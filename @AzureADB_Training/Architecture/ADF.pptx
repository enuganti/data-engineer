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ED49D5-A1BE-4129-81E8-23C9A709A9F3}" v="2" dt="2025-10-05T17:36:22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C8ED49D5-A1BE-4129-81E8-23C9A709A9F3}"/>
    <pc:docChg chg="custSel addSld modSld sldOrd">
      <pc:chgData name="A Suresh" userId="04a47b5c-286d-4451-a903-e2334e9230bd" providerId="ADAL" clId="{C8ED49D5-A1BE-4129-81E8-23C9A709A9F3}" dt="2025-10-05T17:36:51.997" v="17"/>
      <pc:docMkLst>
        <pc:docMk/>
      </pc:docMkLst>
      <pc:sldChg chg="addSp delSp modSp new mod">
        <pc:chgData name="A Suresh" userId="04a47b5c-286d-4451-a903-e2334e9230bd" providerId="ADAL" clId="{C8ED49D5-A1BE-4129-81E8-23C9A709A9F3}" dt="2025-10-05T17:34:29.197" v="6" actId="1076"/>
        <pc:sldMkLst>
          <pc:docMk/>
          <pc:sldMk cId="3607840198" sldId="256"/>
        </pc:sldMkLst>
        <pc:spChg chg="del">
          <ac:chgData name="A Suresh" userId="04a47b5c-286d-4451-a903-e2334e9230bd" providerId="ADAL" clId="{C8ED49D5-A1BE-4129-81E8-23C9A709A9F3}" dt="2025-10-05T17:34:09.754" v="1" actId="478"/>
          <ac:spMkLst>
            <pc:docMk/>
            <pc:sldMk cId="3607840198" sldId="256"/>
            <ac:spMk id="2" creationId="{A70F0171-AD2C-1AB7-A5AB-057879F40A2E}"/>
          </ac:spMkLst>
        </pc:spChg>
        <pc:spChg chg="del">
          <ac:chgData name="A Suresh" userId="04a47b5c-286d-4451-a903-e2334e9230bd" providerId="ADAL" clId="{C8ED49D5-A1BE-4129-81E8-23C9A709A9F3}" dt="2025-10-05T17:34:09.754" v="1" actId="478"/>
          <ac:spMkLst>
            <pc:docMk/>
            <pc:sldMk cId="3607840198" sldId="256"/>
            <ac:spMk id="3" creationId="{2D28DE5C-8CAB-125A-F21E-404513F4F916}"/>
          </ac:spMkLst>
        </pc:spChg>
        <pc:picChg chg="add mod modCrop">
          <ac:chgData name="A Suresh" userId="04a47b5c-286d-4451-a903-e2334e9230bd" providerId="ADAL" clId="{C8ED49D5-A1BE-4129-81E8-23C9A709A9F3}" dt="2025-10-05T17:34:29.197" v="6" actId="1076"/>
          <ac:picMkLst>
            <pc:docMk/>
            <pc:sldMk cId="3607840198" sldId="256"/>
            <ac:picMk id="4" creationId="{B82D73FA-A0AB-204B-E931-352BBB2EEDC4}"/>
          </ac:picMkLst>
        </pc:picChg>
      </pc:sldChg>
      <pc:sldChg chg="addSp delSp modSp new mod ord">
        <pc:chgData name="A Suresh" userId="04a47b5c-286d-4451-a903-e2334e9230bd" providerId="ADAL" clId="{C8ED49D5-A1BE-4129-81E8-23C9A709A9F3}" dt="2025-10-05T17:36:51.997" v="17"/>
        <pc:sldMkLst>
          <pc:docMk/>
          <pc:sldMk cId="3232846385" sldId="257"/>
        </pc:sldMkLst>
        <pc:spChg chg="del">
          <ac:chgData name="A Suresh" userId="04a47b5c-286d-4451-a903-e2334e9230bd" providerId="ADAL" clId="{C8ED49D5-A1BE-4129-81E8-23C9A709A9F3}" dt="2025-10-05T17:36:20.644" v="8" actId="478"/>
          <ac:spMkLst>
            <pc:docMk/>
            <pc:sldMk cId="3232846385" sldId="257"/>
            <ac:spMk id="2" creationId="{B5DD431C-DA76-DE21-2AC7-CA175937496A}"/>
          </ac:spMkLst>
        </pc:spChg>
        <pc:spChg chg="del">
          <ac:chgData name="A Suresh" userId="04a47b5c-286d-4451-a903-e2334e9230bd" providerId="ADAL" clId="{C8ED49D5-A1BE-4129-81E8-23C9A709A9F3}" dt="2025-10-05T17:36:20.644" v="8" actId="478"/>
          <ac:spMkLst>
            <pc:docMk/>
            <pc:sldMk cId="3232846385" sldId="257"/>
            <ac:spMk id="3" creationId="{2254F32C-FADC-A5E2-7B9B-5AB8E530DDEB}"/>
          </ac:spMkLst>
        </pc:spChg>
        <pc:picChg chg="add mod modCrop">
          <ac:chgData name="A Suresh" userId="04a47b5c-286d-4451-a903-e2334e9230bd" providerId="ADAL" clId="{C8ED49D5-A1BE-4129-81E8-23C9A709A9F3}" dt="2025-10-05T17:36:47.480" v="15" actId="14100"/>
          <ac:picMkLst>
            <pc:docMk/>
            <pc:sldMk cId="3232846385" sldId="257"/>
            <ac:picMk id="4" creationId="{B093A42C-1CCB-9B03-BFFB-71C649078F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7899E-2C05-D41C-5A04-3947E199D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F9B83-173F-A538-3011-8DB74C04D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88C1B-55BA-59BE-A638-EEC1504D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7B69-B5A6-4DE3-AD50-40F0387DD4F0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AA637-541C-CC84-9E69-143986AE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43132-E3EB-32A6-A13B-53D3B38E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7DEF-7182-4B3A-A663-3821CCF67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96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D9F17-FD69-7A69-6F00-B9BE0A16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CC74B-1358-983A-A3A8-6D02E9E08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E838C-437B-263A-D540-B2BB33ED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7B69-B5A6-4DE3-AD50-40F0387DD4F0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28E7B-E80E-6710-D012-057A431A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B983F-3624-4686-D00E-87DE45C6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7DEF-7182-4B3A-A663-3821CCF67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9DB0-0C78-92A3-FB8A-6058DAC3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E05AA-A1B4-95B1-3A89-20B83B0C8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2C2F9-1F77-0FBA-57CA-001157A22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7B69-B5A6-4DE3-AD50-40F0387DD4F0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F54A6-1473-6BB7-8282-793C73A9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2C08F-B963-ACCC-85D0-CA498142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7DEF-7182-4B3A-A663-3821CCF67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09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C118-A852-01B6-E674-B6E14532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9614F-4F49-1390-256F-B74F35E5A6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978F0-3937-68AB-D305-39CEA1A3E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0D5B6-BBEE-1912-9BC4-B28AA2FD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7B69-B5A6-4DE3-AD50-40F0387DD4F0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F192D-1EA9-0F67-233E-8A26C2DF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0F2CE-498E-522B-B484-4F6B2208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7DEF-7182-4B3A-A663-3821CCF67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72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AB7B-04FB-B311-4DDF-F841767F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B3B0A-6CDE-9A67-CCEA-4FCB761B3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2F1E8-573F-9E34-46A3-FEE5576CF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E7699A-1307-7362-B34F-493443FC6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02980-ED53-30C5-5BD7-8BA3D9F91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44ADF6-972F-818A-0F63-8917DC4E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7B69-B5A6-4DE3-AD50-40F0387DD4F0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2B909-8C2F-B71C-2C8B-6D677E425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7D509-9C68-A723-9DFA-4D6268950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7DEF-7182-4B3A-A663-3821CCF67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399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C23C-0D6C-F7C0-24BB-60BFD033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6388DA-B172-F8F6-0FE1-B5477C81D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7B69-B5A6-4DE3-AD50-40F0387DD4F0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3B8FE-790B-4147-9370-B922C5431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83BDE-F3B6-2897-E075-AB44BCA1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7DEF-7182-4B3A-A663-3821CCF67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50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137537-A07C-080E-C301-AF9B3485C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7B69-B5A6-4DE3-AD50-40F0387DD4F0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236860-183D-4C9B-D08E-B5493FAE2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F9B23-3D54-9FE2-83CC-25BCAE621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7DEF-7182-4B3A-A663-3821CCF67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158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78A9-8772-3031-101C-C8CEEB37C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97EE6-6245-E484-9144-5B086BD62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09F45-5310-36EA-BC3E-4AD20F2DB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CF923-3205-4C43-5F3B-EA23DAD6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7B69-B5A6-4DE3-AD50-40F0387DD4F0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A3A9B-D351-BFD3-1143-C71FEE2F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0BB4-3A09-3514-E5F9-F99833A0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7DEF-7182-4B3A-A663-3821CCF67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984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066B9-12F8-7324-06D7-8F61EF584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2DBF46-6243-0686-49B0-F1DEA8169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7372C-6A2A-85EA-8717-665427808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13DE1-E959-13A3-6C02-95780758D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7B69-B5A6-4DE3-AD50-40F0387DD4F0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19A65-81BE-238D-E0E4-7E706E40F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4F09E-AF98-BCE5-D928-C0B4DB296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7DEF-7182-4B3A-A663-3821CCF67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38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CEF2-BE5B-E324-8206-D5E56AB8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38330-07A3-6B41-87B0-7752180F3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3EAD2-724F-BA3D-EAC2-F4EBD0F1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7B69-B5A6-4DE3-AD50-40F0387DD4F0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D7B5E-9EE4-C406-5A77-DA1BAA5A0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52965-5610-7372-742B-A0535688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7DEF-7182-4B3A-A663-3821CCF67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26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211BF0-53E7-142C-E05C-5AE0123CA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8C048-564B-9421-BA10-D7D1A7886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C5CDD-0FF8-342F-A11B-73EF2FEA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7B69-B5A6-4DE3-AD50-40F0387DD4F0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C6D56-8A76-99BF-21D4-53BAF211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92B89-DC8B-09AA-A7A5-05255507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7DEF-7182-4B3A-A663-3821CCF67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194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E7D776-3DAF-8C87-0F19-40BC9D23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EB418-20EE-5761-6B5C-ABED3D9FE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CA8EA-6A60-B080-1470-D71CBE4C6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A7B69-B5A6-4DE3-AD50-40F0387DD4F0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89FBE-3EE5-B41B-43EF-227967F22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55BF2-6019-5E24-5A5F-2D638EED4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E7DEF-7182-4B3A-A663-3821CCF67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19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93A42C-1CCB-9B03-BFFB-71C649078F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1" t="3930" r="5275" b="2456"/>
          <a:stretch>
            <a:fillRect/>
          </a:stretch>
        </p:blipFill>
        <p:spPr>
          <a:xfrm>
            <a:off x="144378" y="134754"/>
            <a:ext cx="6362300" cy="665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4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2D73FA-A0AB-204B-E931-352BBB2EED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5" t="19228" b="18456"/>
          <a:stretch>
            <a:fillRect/>
          </a:stretch>
        </p:blipFill>
        <p:spPr>
          <a:xfrm>
            <a:off x="182880" y="269507"/>
            <a:ext cx="6675922" cy="427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4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Suresh</dc:creator>
  <cp:lastModifiedBy>A Suresh</cp:lastModifiedBy>
  <cp:revision>1</cp:revision>
  <dcterms:created xsi:type="dcterms:W3CDTF">2025-10-05T17:34:05Z</dcterms:created>
  <dcterms:modified xsi:type="dcterms:W3CDTF">2025-10-05T17:36:52Z</dcterms:modified>
</cp:coreProperties>
</file>