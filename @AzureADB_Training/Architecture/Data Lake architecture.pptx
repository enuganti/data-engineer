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E313C1-A15F-4F36-A6B9-233C09AD5722}" v="1" dt="2025-10-05T17:24:50.4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 Suresh" userId="04a47b5c-286d-4451-a903-e2334e9230bd" providerId="ADAL" clId="{2FE313C1-A15F-4F36-A6B9-233C09AD5722}"/>
    <pc:docChg chg="custSel addSld modSld">
      <pc:chgData name="A Suresh" userId="04a47b5c-286d-4451-a903-e2334e9230bd" providerId="ADAL" clId="{2FE313C1-A15F-4F36-A6B9-233C09AD5722}" dt="2025-10-05T17:24:50.419" v="2"/>
      <pc:docMkLst>
        <pc:docMk/>
      </pc:docMkLst>
      <pc:sldChg chg="addSp delSp modSp new mod">
        <pc:chgData name="A Suresh" userId="04a47b5c-286d-4451-a903-e2334e9230bd" providerId="ADAL" clId="{2FE313C1-A15F-4F36-A6B9-233C09AD5722}" dt="2025-10-05T17:24:50.419" v="2"/>
        <pc:sldMkLst>
          <pc:docMk/>
          <pc:sldMk cId="4167488476" sldId="256"/>
        </pc:sldMkLst>
        <pc:spChg chg="del">
          <ac:chgData name="A Suresh" userId="04a47b5c-286d-4451-a903-e2334e9230bd" providerId="ADAL" clId="{2FE313C1-A15F-4F36-A6B9-233C09AD5722}" dt="2025-10-05T17:24:40.633" v="1" actId="478"/>
          <ac:spMkLst>
            <pc:docMk/>
            <pc:sldMk cId="4167488476" sldId="256"/>
            <ac:spMk id="2" creationId="{5A0CB9AF-F5B2-B272-901E-7FD62AB5039A}"/>
          </ac:spMkLst>
        </pc:spChg>
        <pc:spChg chg="del">
          <ac:chgData name="A Suresh" userId="04a47b5c-286d-4451-a903-e2334e9230bd" providerId="ADAL" clId="{2FE313C1-A15F-4F36-A6B9-233C09AD5722}" dt="2025-10-05T17:24:40.633" v="1" actId="478"/>
          <ac:spMkLst>
            <pc:docMk/>
            <pc:sldMk cId="4167488476" sldId="256"/>
            <ac:spMk id="3" creationId="{E8439468-5B3B-C5D2-80EB-AFCC8E24962F}"/>
          </ac:spMkLst>
        </pc:spChg>
        <pc:picChg chg="add mod">
          <ac:chgData name="A Suresh" userId="04a47b5c-286d-4451-a903-e2334e9230bd" providerId="ADAL" clId="{2FE313C1-A15F-4F36-A6B9-233C09AD5722}" dt="2025-10-05T17:24:50.419" v="2"/>
          <ac:picMkLst>
            <pc:docMk/>
            <pc:sldMk cId="4167488476" sldId="256"/>
            <ac:picMk id="4" creationId="{34EAD621-29CA-CE90-E2D8-86F243FF62B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40393-0D6D-FB15-5F2C-216003CE3F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DF8346-5C8D-9CD8-75B9-D4BC4B3CFF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5EF0D-31CE-E995-49CD-9F80CA788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68F09-039C-435C-809F-173CC5975AAD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877F2-A8A8-49A3-7FE7-EC4DCDC1E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CF835-2F20-F9DB-95B0-419D9CEB3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6E660-5FD3-4F06-A68F-B386FF446B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678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9E102-5AE8-A0AF-08A5-6D1ED01BA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A1754-49A5-B85D-C08A-836BAE6BE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BD534-E262-1C4F-27D3-93FEB89B3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68F09-039C-435C-809F-173CC5975AAD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A240B-4C03-D2A4-6AE0-0D1A593C4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50766-B020-5312-7D1F-E358BA59F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6E660-5FD3-4F06-A68F-B386FF446B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792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8EA85-D68E-3626-0E43-E8AF6EAAC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E7C763-1AC8-9A7C-43D2-838A03D9F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22CAC-03CC-CACB-230A-3B94A101D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68F09-039C-435C-809F-173CC5975AAD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16844-FC16-2937-3B5A-9C42DFBC4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161B0-6E8C-CA0F-ABF9-96B729251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6E660-5FD3-4F06-A68F-B386FF446B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009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750A6-87AF-DC0B-C914-DCCF073D7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A5AE5-BDE4-378C-5D2D-AF4EC6346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4BC4D6-E4DC-AA9F-76A7-EF6539B59A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7D8688-0588-F19E-666C-FEB9D1C55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68F09-039C-435C-809F-173CC5975AAD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1997CA-33D7-1341-4F29-5D30AF6DD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80C4AA-BCE4-9A89-0272-3BAD793E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6E660-5FD3-4F06-A68F-B386FF446B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0789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84F99-BEBF-90C4-B1E2-B424C2370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EF83F-C5F9-C920-DC93-C3607AD02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8A7417-7A02-4AAC-F819-ADB51A92DF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DCF7B0-32A1-D980-F3B7-DD7829EFB3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E6AA31-6DE0-9A97-1008-42068BBE0E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A40940-1D85-5195-4813-51442D410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68F09-039C-435C-809F-173CC5975AAD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292A6B-97A3-71C5-40E5-60BF4C01C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7401BC-CAAF-64AD-BC74-56AEC845C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6E660-5FD3-4F06-A68F-B386FF446B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18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C75F1-458B-9467-E317-E9EE4FCF4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B3282B-7468-86B4-0171-C985C10B2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68F09-039C-435C-809F-173CC5975AAD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FB7C3A-5B13-4504-A7C0-6EE6611CC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737BE9-B5D5-9FD7-031E-97481EE5B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6E660-5FD3-4F06-A68F-B386FF446B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6346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4E681B-0B66-50E2-632E-642F5A0C4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68F09-039C-435C-809F-173CC5975AAD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6A2469-47E5-CD4F-C1F1-56E186155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D7A6A7-C35A-CC7F-7ED6-D0B580B4C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6E660-5FD3-4F06-A68F-B386FF446B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596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A463B-B623-80E7-ED4A-659FD1FE6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65A64-24BC-3D2D-588F-5209EE471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3C477C-1CAB-35F7-0E51-60E9CAF9A7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FEEA1-5955-BFFB-9D2C-9EAB4B507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68F09-039C-435C-809F-173CC5975AAD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374587-E656-1B87-5BEC-295AB9109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8ADE56-6086-87DF-3652-923C5C399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6E660-5FD3-4F06-A68F-B386FF446B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5824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DA180-971F-16AE-9660-7502E876C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89E5B5-99F6-8E41-B02F-A7C4AC2C05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9ECDF-695D-CD8B-3D8C-1281D7F101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ED0CBF-D421-09B0-06B4-DCC599CAD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68F09-039C-435C-809F-173CC5975AAD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086DFF-7DB1-5D3F-15F5-B372F2090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693305-1C15-1851-259C-D40464B33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6E660-5FD3-4F06-A68F-B386FF446B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086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BA56C-6C6B-A0F8-09E3-E3E7A00C5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742FB4-664A-33A5-5A26-189693AC6C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9E06D-D4B6-35C5-B0BC-4F6342A0E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68F09-039C-435C-809F-173CC5975AAD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C4BF7-2AB5-CE1E-22BD-ADA52632F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5C2B2-ED63-49E1-024A-BFE2C65B7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6E660-5FD3-4F06-A68F-B386FF446B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050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44F2E4-416D-7F15-F458-008774E2C1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3DDE75-6031-2DD5-2BD0-9ACDA6275E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9FEF5-1C80-9585-A196-CF9D44887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68F09-039C-435C-809F-173CC5975AAD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2E353-570D-94AD-123D-ACBF1496B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B37B7-28C7-2CF2-7D46-87DC7BD4E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6E660-5FD3-4F06-A68F-B386FF446B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1286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0A7C34-8A27-3898-843F-F2CA057AE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0F2EE-99FD-BD99-5C56-6995CEA14A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F33A4-AA79-D1E4-58A7-3FFA492896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568F09-039C-435C-809F-173CC5975AAD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D0712B-9C21-838F-1DED-9EA8AC305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7C76D-B8A6-3CCA-7849-77432A740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66E660-5FD3-4F06-A68F-B386FF446B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5951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EAD621-29CA-CE90-E2D8-86F243FF62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79" t="5398" r="5326" b="4546"/>
          <a:stretch>
            <a:fillRect/>
          </a:stretch>
        </p:blipFill>
        <p:spPr>
          <a:xfrm>
            <a:off x="721895" y="433138"/>
            <a:ext cx="6728059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488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 Suresh</dc:creator>
  <cp:lastModifiedBy>A Suresh</cp:lastModifiedBy>
  <cp:revision>1</cp:revision>
  <dcterms:created xsi:type="dcterms:W3CDTF">2025-10-05T17:24:36Z</dcterms:created>
  <dcterms:modified xsi:type="dcterms:W3CDTF">2025-10-05T17:24:54Z</dcterms:modified>
</cp:coreProperties>
</file>