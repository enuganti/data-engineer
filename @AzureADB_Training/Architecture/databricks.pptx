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4F274F-14C6-4D71-979C-6EC6AF97EF5D}" v="1" dt="2025-10-05T17:37:43.1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Suresh" userId="04a47b5c-286d-4451-a903-e2334e9230bd" providerId="ADAL" clId="{A34F274F-14C6-4D71-979C-6EC6AF97EF5D}"/>
    <pc:docChg chg="custSel addSld modSld">
      <pc:chgData name="A Suresh" userId="04a47b5c-286d-4451-a903-e2334e9230bd" providerId="ADAL" clId="{A34F274F-14C6-4D71-979C-6EC6AF97EF5D}" dt="2025-10-05T17:38:12.213" v="12" actId="14100"/>
      <pc:docMkLst>
        <pc:docMk/>
      </pc:docMkLst>
      <pc:sldChg chg="addSp delSp modSp new mod">
        <pc:chgData name="A Suresh" userId="04a47b5c-286d-4451-a903-e2334e9230bd" providerId="ADAL" clId="{A34F274F-14C6-4D71-979C-6EC6AF97EF5D}" dt="2025-10-05T17:38:12.213" v="12" actId="14100"/>
        <pc:sldMkLst>
          <pc:docMk/>
          <pc:sldMk cId="2843672801" sldId="256"/>
        </pc:sldMkLst>
        <pc:spChg chg="del">
          <ac:chgData name="A Suresh" userId="04a47b5c-286d-4451-a903-e2334e9230bd" providerId="ADAL" clId="{A34F274F-14C6-4D71-979C-6EC6AF97EF5D}" dt="2025-10-05T17:37:40.923" v="1" actId="478"/>
          <ac:spMkLst>
            <pc:docMk/>
            <pc:sldMk cId="2843672801" sldId="256"/>
            <ac:spMk id="2" creationId="{E37A2146-3589-F173-B7A0-6CB5B36C14F5}"/>
          </ac:spMkLst>
        </pc:spChg>
        <pc:spChg chg="del">
          <ac:chgData name="A Suresh" userId="04a47b5c-286d-4451-a903-e2334e9230bd" providerId="ADAL" clId="{A34F274F-14C6-4D71-979C-6EC6AF97EF5D}" dt="2025-10-05T17:37:40.923" v="1" actId="478"/>
          <ac:spMkLst>
            <pc:docMk/>
            <pc:sldMk cId="2843672801" sldId="256"/>
            <ac:spMk id="3" creationId="{647FEECB-EE2C-8EE3-7FAF-40571C125DBC}"/>
          </ac:spMkLst>
        </pc:spChg>
        <pc:picChg chg="add mod modCrop">
          <ac:chgData name="A Suresh" userId="04a47b5c-286d-4451-a903-e2334e9230bd" providerId="ADAL" clId="{A34F274F-14C6-4D71-979C-6EC6AF97EF5D}" dt="2025-10-05T17:38:12.213" v="12" actId="14100"/>
          <ac:picMkLst>
            <pc:docMk/>
            <pc:sldMk cId="2843672801" sldId="256"/>
            <ac:picMk id="4" creationId="{B2F5AA4F-FB3F-1E95-D324-266BACF8BF5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4297D-265E-3D22-7A07-9A93156F2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730C17-C61E-3C98-B646-63CB95C82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BC30A-4A19-D278-E648-8AEB67EE3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24C8-3413-4681-B3E6-996EEF5A6EFB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FD2E6-0E49-3093-00C6-572D5E18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F26CB-9696-31DA-0C65-4A6BBFD0E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CDCC9-5FD1-48B6-B921-2BB0DA5DC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025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989D9-6BD4-BEC3-933F-C04FD1118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4ECEF-897A-053E-48BF-F1757672E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0CEAA-C78B-DC8D-A94F-C2A79CA7E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24C8-3413-4681-B3E6-996EEF5A6EFB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67A6D-643C-CAC9-F4D6-9F3928571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00B0D-DED8-ED15-2305-D4935C7A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CDCC9-5FD1-48B6-B921-2BB0DA5DC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891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09F13-C390-D599-587F-05A1F4A21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0F1CE-7B8B-BE55-A21D-910206D94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A2C43-EC39-EB4C-1726-F3ADC9647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24C8-3413-4681-B3E6-996EEF5A6EFB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CA8E7-EBBD-0EFC-D091-AEC6B436F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46248-8E87-6851-0C18-4A1C98E80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CDCC9-5FD1-48B6-B921-2BB0DA5DC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415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1DA07-AAE6-6313-FE42-BB4D45F78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DD0DA-17B9-9807-8562-6B9FE9435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C6B66-B6E9-6564-8728-345EB47AF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A7DAC-3A73-DF4B-3073-7424769FC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24C8-3413-4681-B3E6-996EEF5A6EFB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1096E-E1B3-D09A-D5CB-6E7B37CEB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DFB7D-AF93-929F-CD4F-5BAD461F3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CDCC9-5FD1-48B6-B921-2BB0DA5DC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593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7496F-2D72-9CBE-67BF-4452BEE44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F83B0-04FF-DAB1-0BED-0BD49E7CE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7044EA-B59C-9B00-2E22-FE14A91DD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4A84C7-E650-1016-5220-E512CFE405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27B3F4-79CF-61A5-1C02-4C503101E1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2109E5-10DB-1C06-943B-15ED716D1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24C8-3413-4681-B3E6-996EEF5A6EFB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D1F89E-F733-44BA-C063-AB0CC7CE1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A5787-F291-4F5A-4A18-DDFFEDB44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CDCC9-5FD1-48B6-B921-2BB0DA5DC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057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D41F6-FF18-834F-149A-6748176EC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CE4B32-3AF3-D200-6598-E7ED63C69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24C8-3413-4681-B3E6-996EEF5A6EFB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D84D38-450C-1A6B-689C-45275A46E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783511-1532-D8AA-A9F7-9B445510E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CDCC9-5FD1-48B6-B921-2BB0DA5DC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348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471B2B-7D96-29B3-4499-77830CBEF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24C8-3413-4681-B3E6-996EEF5A6EFB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031F05-D50D-D889-93E2-653416328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3A750-07F0-5288-64B8-E26329A7C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CDCC9-5FD1-48B6-B921-2BB0DA5DC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987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6BA15-390E-A124-ED5A-127D316F4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31C98-DAA3-BC50-B898-2D8CFCD3D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F7170E-38D6-A7A2-5FC6-4700A82E5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F9DB57-3394-8B97-3BCE-928C52606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24C8-3413-4681-B3E6-996EEF5A6EFB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E4BB1-6EA7-6AE7-D306-83473C6F2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EE87F-D342-384F-3043-4C1D9E3A8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CDCC9-5FD1-48B6-B921-2BB0DA5DC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139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367F-A87C-88C8-B39E-9F53DFE2A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F99812-2903-0346-7F38-4B944465A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F37B1C-326E-D587-FB79-17CB18F23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A0D40-9011-3F90-4BC4-357FCA5E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24C8-3413-4681-B3E6-996EEF5A6EFB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15317-6424-E058-DBE3-AC41E63BF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E0CC58-B991-6650-80C4-697B510C3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CDCC9-5FD1-48B6-B921-2BB0DA5DC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123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1A29D-6ED0-6380-5382-FDDC4930F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1ADDB9-3A2C-742D-514C-9809B8513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19778-5856-D5CA-C1A3-9C6711859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24C8-3413-4681-B3E6-996EEF5A6EFB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1E879-F6F5-35A0-2F74-D6606BC69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360F3-210C-0AED-FBD2-71AD69350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CDCC9-5FD1-48B6-B921-2BB0DA5DC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523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299321-E0F9-A5C7-A061-C0E679718F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2B037-B64C-12EC-8398-D68D6EE86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0B9A0-1137-AC09-525F-7121CB4AF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D24C8-3413-4681-B3E6-996EEF5A6EFB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ABF76-31C8-6772-F753-608CF62BD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635E0-BFF8-59B6-CC20-A386B8152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CDCC9-5FD1-48B6-B921-2BB0DA5DC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870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B7A424-4B72-50C0-D1C6-3120BC47E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53E19-3D85-9B15-3D01-FCBCF95A0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BDE50-2CDF-4EC1-4951-6F2B84D2B5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BD24C8-3413-4681-B3E6-996EEF5A6EFB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CA9A6-EF60-0132-2FE3-417A649DA0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E89E-1766-DB95-2454-2872715B7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CDCC9-5FD1-48B6-B921-2BB0DA5DC2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11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F5AA4F-FB3F-1E95-D324-266BACF8BF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77" t="2933" r="3289" b="9600"/>
          <a:stretch>
            <a:fillRect/>
          </a:stretch>
        </p:blipFill>
        <p:spPr>
          <a:xfrm>
            <a:off x="182880" y="109728"/>
            <a:ext cx="6967728" cy="658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672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Suresh</dc:creator>
  <cp:lastModifiedBy>A Suresh</cp:lastModifiedBy>
  <cp:revision>1</cp:revision>
  <dcterms:created xsi:type="dcterms:W3CDTF">2025-10-05T17:37:35Z</dcterms:created>
  <dcterms:modified xsi:type="dcterms:W3CDTF">2025-10-05T17:38:12Z</dcterms:modified>
</cp:coreProperties>
</file>