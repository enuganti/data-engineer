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6A6B8-37B0-4B3B-B719-CBEC68041B3E}" v="3" dt="2025-10-05T17:25:43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89E6A6B8-37B0-4B3B-B719-CBEC68041B3E}"/>
    <pc:docChg chg="custSel addSld modSld">
      <pc:chgData name="A Suresh" userId="04a47b5c-286d-4451-a903-e2334e9230bd" providerId="ADAL" clId="{89E6A6B8-37B0-4B3B-B719-CBEC68041B3E}" dt="2025-10-05T17:25:43.694" v="3"/>
      <pc:docMkLst>
        <pc:docMk/>
      </pc:docMkLst>
      <pc:sldChg chg="addSp delSp new mod">
        <pc:chgData name="A Suresh" userId="04a47b5c-286d-4451-a903-e2334e9230bd" providerId="ADAL" clId="{89E6A6B8-37B0-4B3B-B719-CBEC68041B3E}" dt="2025-10-05T17:25:39.715" v="2"/>
        <pc:sldMkLst>
          <pc:docMk/>
          <pc:sldMk cId="1028178492" sldId="256"/>
        </pc:sldMkLst>
        <pc:spChg chg="del">
          <ac:chgData name="A Suresh" userId="04a47b5c-286d-4451-a903-e2334e9230bd" providerId="ADAL" clId="{89E6A6B8-37B0-4B3B-B719-CBEC68041B3E}" dt="2025-10-05T17:25:29.399" v="1" actId="478"/>
          <ac:spMkLst>
            <pc:docMk/>
            <pc:sldMk cId="1028178492" sldId="256"/>
            <ac:spMk id="2" creationId="{1CC223AC-03E6-0C72-AED4-0B24F0423443}"/>
          </ac:spMkLst>
        </pc:spChg>
        <pc:spChg chg="del">
          <ac:chgData name="A Suresh" userId="04a47b5c-286d-4451-a903-e2334e9230bd" providerId="ADAL" clId="{89E6A6B8-37B0-4B3B-B719-CBEC68041B3E}" dt="2025-10-05T17:25:29.399" v="1" actId="478"/>
          <ac:spMkLst>
            <pc:docMk/>
            <pc:sldMk cId="1028178492" sldId="256"/>
            <ac:spMk id="3" creationId="{750A207D-60CA-46BA-EAD4-CBD21CED1804}"/>
          </ac:spMkLst>
        </pc:spChg>
        <pc:picChg chg="add">
          <ac:chgData name="A Suresh" userId="04a47b5c-286d-4451-a903-e2334e9230bd" providerId="ADAL" clId="{89E6A6B8-37B0-4B3B-B719-CBEC68041B3E}" dt="2025-10-05T17:25:39.715" v="2"/>
          <ac:picMkLst>
            <pc:docMk/>
            <pc:sldMk cId="1028178492" sldId="256"/>
            <ac:picMk id="4" creationId="{612ADF52-30E0-A6DF-DF00-91CCA07495DA}"/>
          </ac:picMkLst>
        </pc:picChg>
      </pc:sldChg>
      <pc:sldChg chg="add">
        <pc:chgData name="A Suresh" userId="04a47b5c-286d-4451-a903-e2334e9230bd" providerId="ADAL" clId="{89E6A6B8-37B0-4B3B-B719-CBEC68041B3E}" dt="2025-10-05T17:25:43.694" v="3"/>
        <pc:sldMkLst>
          <pc:docMk/>
          <pc:sldMk cId="1982230666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F424-0CD0-8256-32CC-415A9472E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1F5C4-2866-C59B-001A-3ED6A4BF2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5656-BF1E-2F78-6311-43F8CACC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C8FE-3B0B-917C-4682-9B4A28824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2538-8F98-6846-8070-217CA543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3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AF98-3734-D8AC-17CA-EEBC68C1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DCC3-B4AB-4DD9-8CEE-607CA4806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310D6-E95B-E4B6-3690-143EEEA4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90F5D-E555-40D4-AAAA-DF41D591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A9E51-95A8-DA0B-A268-02F44C39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9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03B08-F557-4587-FB53-448A36193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8D023-5632-C8DD-0D0A-A514241ED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CBACE-EC0A-6302-0C07-3F2B7EDE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29B2-145C-C747-9815-5E9BC46D6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77CA3-1EEA-9382-74F3-AF8A61AF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19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5F5E-D6CF-E385-C1A7-8F702500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C23A4-D869-36CF-18F1-48FD6CCE2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6C45D-659E-DC88-9947-3ED0A7F65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5B79D-DEDE-9DB4-42E7-5598C5EA6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F372B-55E7-9CE6-2CB1-A144AEDF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3E7A1-D149-ECDD-73F6-EE327838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59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AD83-7C6D-ED13-4793-9A74425B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62C90-6738-4B25-B230-FFFB4713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9032D-A44D-4D3A-DE99-B4DC7976B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A8977-9A4A-78F4-05DE-E4A9D6E9F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1F33D8-3A27-27BC-2254-48DF327B11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A99B5-7DAB-897F-43C8-8098FF9F1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D4DA0C-7FB7-DBC2-C817-91649CC3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54092-2A87-B925-325C-A49CA7CA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341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251C0-E153-5B63-F441-029EFFD6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0450C5-2EC4-8B7C-C850-90C0440A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B98F03-E8AE-28AB-A697-393D6D9B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09FE7-EC5F-9845-9E2F-3F680D9D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4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54123F-FD89-5D82-FB67-6187F61C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C48A4-0373-7F2A-0750-9F2F144E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3A981-7F46-5157-C6DA-7A0BCCBD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4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C805-5566-4046-23F9-9288547E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7EFD1-3FBE-3A17-3F80-6A7011BB4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D22C2-B148-B080-1B61-F46C53FB1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033A3-83A2-3ABB-164A-1C5284BC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887F2-F148-6CBE-9CDE-85E86C38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D01BD-A946-1205-F598-8D64FAD3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8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5EC1-88FE-8C35-27AC-13645390F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7BC46-B638-A03B-E780-CD2415434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16D5B-D276-196B-1916-B05A86826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87E05-BB26-A98B-82A3-E4A3EE10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135C9-92B9-1D1A-1878-52CC5AF7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3450-4A08-004F-A098-1FC62D1A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38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6DB6C-F0E1-5C95-788D-F6AA5AD1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046FF-B1C3-FB76-A44D-755317870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B12D7-77EF-E033-C4F4-AFB887928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ADDFC-FE00-E02B-B5B2-1C14D1A6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082F0-9C8D-4687-8D3E-0F6D0875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0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497E7B-899F-D1F1-F1B9-98D5F0084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E42DC-5B68-D4AE-A8D8-8BF608991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AC620-574E-3D3D-6BBE-878B9894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91299-4083-2367-9D40-525D6595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865A3-460C-7D40-FEF7-4C5412C5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069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4BBC9-9682-6CE7-CBBA-C8FE41C77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52527-0CF6-37E3-C79E-3C1000AB6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D2590-3759-23B9-5F2E-1C3AD58B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31A14-E88F-E01D-445E-6D79919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7B464-1B32-E5CC-63EC-95A81C83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007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D936-3E65-7CEC-5D67-C4C905A2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C8B23-27AA-035D-6010-35BD2F96F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30266-91C8-97BB-0A57-30339328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A5C54-D131-E950-6D71-B0C931EF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9115-3C4F-D47B-FBC5-442A318B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447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1F4C-7A2A-8AB4-B5A0-041B44F9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AA34C-D652-1DBF-81B4-3AB40D282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8ED88-02FB-E9C2-7C3F-82FDB96F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37B25-1095-6BE1-322D-DF327784A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27BE8-4ABA-DEE2-9CB1-BD994455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52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272F0-5145-A980-5A81-99D262F7F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F45E0-F811-4238-210F-71C5741A9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007FF-35ED-8B8B-625A-68ACC3DCC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EDA0E-0F11-3C25-1F70-DF80FE4F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BD7C5-C89E-72AD-CBF7-484C04C3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5C6D4-C768-946E-218F-C1803751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78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8192-C857-BCD1-567C-D4F545AD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5DA31-79DB-BDEE-165F-7A11F681E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80886-8518-681F-AC60-FECEDFABF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CBA02C-F2B5-157D-E3DD-D24087CEC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4B677-0F23-CC93-5398-68824245A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D4198-339D-B2B9-3914-E730B0B4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134C38-3CB3-C459-114A-55534375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9F229-F83E-D81C-74FD-937A6145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103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3E76-E78C-5E46-BA42-7D82F5C2E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FBA922-ABB2-581C-EDBE-53A815F2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44BB5-0EBE-F004-06F6-04F0024E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4F726-BC33-72FB-A5A2-56513769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514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FF9D1-A4F3-C83F-1B0E-B0F4F8DD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38A36-6579-F121-D1D1-6A8AA3216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E5774-8DBA-511E-CA50-14DBE220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098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A5F5-F7BF-7E70-225E-B7AAF1C3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C4E94-4ACB-9716-078F-344FB949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815C6-672D-F2D8-5226-C6B8328A2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8F553-6868-D5F5-45C2-DCC3140A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FFA18-CE2D-DA60-7D2C-FEE2E026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DB79E-EB11-5AED-CB7A-4BE6FADA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0383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2B1E0-90AE-6D67-EA39-90EECAC9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D436D-E25F-6B20-46D0-94D6B45C3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4D09B-FEC6-CFCF-7C41-F41A2CCEC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23C63-7520-185B-BCC9-1F2F5A1F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86ACE-DF08-9372-BAC9-85191DCB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73EBA-B450-AAA4-DB9A-0597F60B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331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58D8-7934-2995-9964-E14592309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3805D-4206-38E0-D56E-4DC03F963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3D92F-E1E7-2338-0A44-F1035B8F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956BD-F2E2-8BBB-56C0-FFFE86D1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CD37C-7C2E-5C90-712F-725FEB73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863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56159-71BF-D80B-433F-D61A1BFD4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7AD88-E46A-80CD-A666-5B1F90E55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906C-3681-E854-3B04-2120EBF1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DB258-05F3-B400-590A-3B4FC49D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5CB1-E485-1EB2-4E74-D2D0A9E0F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5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B8FDD-3413-8877-470D-C8FBD3D5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046C0-4045-EBF1-FA92-C76D755FC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1EBE2-D361-A44D-85F7-A3E1E07A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BA8BA-98DF-41E5-AD94-402A8BFC7541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D36DF-D506-3756-3B49-C41D29DDC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E8144-1786-C580-06C9-A6AE402D4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63096-4992-49E7-AAF8-E2C83268DF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86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A338B-5732-B6FC-5D73-FEA1F558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25457-135A-45F4-EE0E-D3D009446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64F38-676E-4EED-359C-E0E3754F5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81C17-0CE0-447E-91EC-3C8324863003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77CBD-CADF-C198-90AB-71798B6D0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5862-D404-8A50-3EC4-47C1CE9D4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42EBB-90BB-432E-A0C6-9C8283DFDA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4C3339-8365-9F2E-84B4-E7545C259A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38" t="11797" r="2135" b="16049"/>
          <a:stretch>
            <a:fillRect/>
          </a:stretch>
        </p:blipFill>
        <p:spPr>
          <a:xfrm>
            <a:off x="211756" y="529389"/>
            <a:ext cx="10164278" cy="431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3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817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2025-10-05T17:25:23Z</dcterms:created>
  <dcterms:modified xsi:type="dcterms:W3CDTF">2025-10-05T17:25:44Z</dcterms:modified>
</cp:coreProperties>
</file>