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210669-DD06-479B-B4C9-1FDB093D4B3A}" v="17" dt="2025-10-05T17:40:43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8C210669-DD06-479B-B4C9-1FDB093D4B3A}"/>
    <pc:docChg chg="custSel addSld modSld">
      <pc:chgData name="A Suresh" userId="04a47b5c-286d-4451-a903-e2334e9230bd" providerId="ADAL" clId="{8C210669-DD06-479B-B4C9-1FDB093D4B3A}" dt="2025-10-05T17:40:43.880" v="18" actId="732"/>
      <pc:docMkLst>
        <pc:docMk/>
      </pc:docMkLst>
      <pc:sldChg chg="addSp delSp modSp new mod">
        <pc:chgData name="A Suresh" userId="04a47b5c-286d-4451-a903-e2334e9230bd" providerId="ADAL" clId="{8C210669-DD06-479B-B4C9-1FDB093D4B3A}" dt="2025-10-05T17:40:43.880" v="18" actId="732"/>
        <pc:sldMkLst>
          <pc:docMk/>
          <pc:sldMk cId="3137670237" sldId="256"/>
        </pc:sldMkLst>
        <pc:spChg chg="del">
          <ac:chgData name="A Suresh" userId="04a47b5c-286d-4451-a903-e2334e9230bd" providerId="ADAL" clId="{8C210669-DD06-479B-B4C9-1FDB093D4B3A}" dt="2025-10-05T17:40:13.566" v="1" actId="478"/>
          <ac:spMkLst>
            <pc:docMk/>
            <pc:sldMk cId="3137670237" sldId="256"/>
            <ac:spMk id="2" creationId="{E6201413-1A20-FB4B-1EA1-AEF48AB54866}"/>
          </ac:spMkLst>
        </pc:spChg>
        <pc:spChg chg="del">
          <ac:chgData name="A Suresh" userId="04a47b5c-286d-4451-a903-e2334e9230bd" providerId="ADAL" clId="{8C210669-DD06-479B-B4C9-1FDB093D4B3A}" dt="2025-10-05T17:40:13.566" v="1" actId="478"/>
          <ac:spMkLst>
            <pc:docMk/>
            <pc:sldMk cId="3137670237" sldId="256"/>
            <ac:spMk id="3" creationId="{954F19AC-549B-108B-1537-35DC765E8E0F}"/>
          </ac:spMkLst>
        </pc:spChg>
        <pc:picChg chg="add mod">
          <ac:chgData name="A Suresh" userId="04a47b5c-286d-4451-a903-e2334e9230bd" providerId="ADAL" clId="{8C210669-DD06-479B-B4C9-1FDB093D4B3A}" dt="2025-10-05T17:40:43.880" v="18" actId="732"/>
          <ac:picMkLst>
            <pc:docMk/>
            <pc:sldMk cId="3137670237" sldId="256"/>
            <ac:picMk id="1026" creationId="{5D6BDB53-71CD-4900-51FE-82D3F9B47E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06FE-2205-48AF-9C36-3295EC83E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8CC30-54CA-1575-E399-81DE7E2DC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EFE0-6C45-EF91-53D3-A083F1B8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6307-452F-CE72-6BF8-46CDF99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66A4-57BC-6521-AF22-5B4F57B7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8BF3-C42E-7440-0EF9-6B0198D2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4A8D-9126-750F-C2E1-7D172EC2F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116A3-DDFC-745F-2994-A0C876E2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30C2E-7050-AD67-7800-59D9B915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FB8B-EA5A-ACC3-3430-C2BB4BB1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0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EC18-52A8-B7CA-1666-94DFCBCF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86920-B5F9-B4A1-5099-A84C98FE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0774B-1BEE-7F1E-D591-2762BA2A0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7F80F-1220-5875-4B81-E0235506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65B9-8DAD-6D21-A8C6-FA76F1F9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30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17AB-ECBC-6ECB-CB90-3B1B98C0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DB60-84F1-5700-1D46-D2E39256F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5AA10-75D6-A042-3737-F3ACB4F2D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BD4F1-78F4-5690-C5F4-163A2F7B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20A3B-11D6-5385-7B7A-D4C1C1C3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D8AD2-1BC9-298B-0CE5-916198FA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64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9644-859F-AF72-7BF7-9D40517E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E71CB-8472-6341-6667-6A7E897BE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FCD05-BD43-6195-B472-032D36BE2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D8EB7-7871-AF2E-2A40-BBAE12757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52432-6782-7EC5-72F3-CE73E9712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C2E65-E05C-7AE2-41ED-4AFD4D5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FE6187-4946-630E-7A18-693BB359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E8B6A-7BA4-2000-8952-21F8ED03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68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9282-40B8-8D7C-69AD-8984969A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3AD5A-5072-412F-99CE-28E922E3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F543D-EAA0-DD66-C44B-6A33B238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189C1-388F-1F6C-158F-D748BC83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24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23411-F69F-C69A-48A0-661F11CC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02BCE-4812-BDAB-0FD7-7AF84A8B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7137B-00E5-0A59-4F2B-39385B96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12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FE8E-80A9-AC34-A891-E3184930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561E-F289-0E7B-DC57-D58F4ED22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C743E-E116-253C-0ABD-86706CBC6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03970-0FB3-781F-4F53-E9AFAEEB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37D24-8E4C-A8DB-9A6D-4E31B82C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A2E8B-83CB-3682-CE8A-C31EAB22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50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6321-4C65-F81E-5AD2-E1C237E0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87BF87-9AEC-DED0-D99F-EDF17DB40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EA894-5B76-E906-D4BD-A0709352F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61D37-2855-7678-E882-CFE5CD8D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F28D0-7CF5-844E-B85B-AA59B0CD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28019-EA56-46D5-E53B-C6B3180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173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47B6-0A35-908A-E4A3-F23106A6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45775-A79E-5AAC-922B-72AAAF5BD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DC9EA-D8D6-C5B6-89D7-6F51B8D2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67F91-7800-7B86-0806-85784848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5877B-7CBA-102D-DBC7-9D18890E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6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D6FA12-C714-3A57-90D6-66861C1D6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D2F14-ACC3-BAFD-51B5-969EFF30F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3EFCF-5F4C-1DB8-D63C-E804BAA9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F388E-0AD6-39BA-1DAD-BC0A31CB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BDD8-8F84-4519-6327-5537A6BB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6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4D8EE-CD94-BD10-E3AC-CB388977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BFAC9-7C6D-D060-8516-9117F33AF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66CA6-E8D8-2F8D-5255-773873C1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1456F-07B2-43A2-8985-4A0959AA72F2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B3166-3B53-D766-7043-2FA447BC5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0B76E-10E7-544D-33B4-36FB6E107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54D6A-737E-4902-87E2-F6ED1E943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5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xt">
            <a:extLst>
              <a:ext uri="{FF2B5EF4-FFF2-40B4-BE49-F238E27FC236}">
                <a16:creationId xmlns:a16="http://schemas.microsoft.com/office/drawing/2014/main" id="{5D6BDB53-71CD-4900-51FE-82D3F9B47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t="3433" r="18085" b="5030"/>
          <a:stretch>
            <a:fillRect/>
          </a:stretch>
        </p:blipFill>
        <p:spPr bwMode="auto">
          <a:xfrm>
            <a:off x="308008" y="317634"/>
            <a:ext cx="8730114" cy="560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670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2025-10-05T17:40:09Z</dcterms:created>
  <dcterms:modified xsi:type="dcterms:W3CDTF">2025-10-05T17:40:47Z</dcterms:modified>
</cp:coreProperties>
</file>