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00C1A-7F1E-4EA7-A1B4-E320FEC539C4}" v="1" dt="2025-12-19T19:24:56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9C3AFDC1-1C3F-4934-836B-818A779DDE8C}"/>
    <pc:docChg chg="custSel modSld">
      <pc:chgData name="A Suresh" userId="04a47b5c-286d-4451-a903-e2334e9230bd" providerId="ADAL" clId="{9C3AFDC1-1C3F-4934-836B-818A779DDE8C}" dt="2025-12-19T19:25:16.570" v="9" actId="1035"/>
      <pc:docMkLst>
        <pc:docMk/>
      </pc:docMkLst>
      <pc:sldChg chg="addSp delSp modSp mod">
        <pc:chgData name="A Suresh" userId="04a47b5c-286d-4451-a903-e2334e9230bd" providerId="ADAL" clId="{9C3AFDC1-1C3F-4934-836B-818A779DDE8C}" dt="2025-12-19T19:25:16.570" v="9" actId="1035"/>
        <pc:sldMkLst>
          <pc:docMk/>
          <pc:sldMk cId="540159425" sldId="256"/>
        </pc:sldMkLst>
        <pc:picChg chg="add mod">
          <ac:chgData name="A Suresh" userId="04a47b5c-286d-4451-a903-e2334e9230bd" providerId="ADAL" clId="{9C3AFDC1-1C3F-4934-836B-818A779DDE8C}" dt="2025-12-19T19:25:16.570" v="9" actId="1035"/>
          <ac:picMkLst>
            <pc:docMk/>
            <pc:sldMk cId="540159425" sldId="256"/>
            <ac:picMk id="3" creationId="{AC4EE5A7-BF32-57BA-0BA4-FB2D31FE813B}"/>
          </ac:picMkLst>
        </pc:picChg>
        <pc:picChg chg="del">
          <ac:chgData name="A Suresh" userId="04a47b5c-286d-4451-a903-e2334e9230bd" providerId="ADAL" clId="{9C3AFDC1-1C3F-4934-836B-818A779DDE8C}" dt="2025-12-19T19:24:54.815" v="0" actId="478"/>
          <ac:picMkLst>
            <pc:docMk/>
            <pc:sldMk cId="540159425" sldId="256"/>
            <ac:picMk id="5" creationId="{553E580D-6048-EF92-9BE8-10EAA309F49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D4CC-37C2-00BA-317C-8F917E58E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8811C-A6DD-9D98-EA8B-E07788E2B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DD8F6-53E6-2088-2B3D-84800B93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ABEBE-6A8B-E13B-ABD4-FA53AF27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651AD-9A64-033B-9FAF-7E575A0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49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A590-59CA-637F-B661-74FC19EA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13152-E8AC-2322-68CE-4700FEA61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7ED7B-A881-7A31-9371-CC148FB9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D3F9D-5605-49CE-FA40-F3BC98F7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22A41-1ED2-CBED-6E08-AA436C1A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22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6E17-8F60-1E41-8164-7A0F1C6A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D0731-460F-14D6-1D86-665E192FE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580DF-11B5-82C8-F359-893FF0B3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73225-38AE-2DE9-F305-5C902B7B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47D7B-B6DA-2EB6-B7E9-A0304DB0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46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7FFFB-E88C-C5F7-9E91-E6F924477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90AA9-FEF6-2154-6AC8-B21989AAE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27D7F-9760-8B81-3625-7266A89A4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FB134-2AD6-55A9-2BDF-0DE2F615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1D0EE-4CC3-A7FB-7240-6A4718D51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B0912-5B6C-D8CD-2A13-A746D31B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65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8AF9-2273-8877-4339-74AD20E8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4DEB2-7087-EE88-5356-C3EE9DD0A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6092F-87B0-753B-8120-7E0331E5C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E6E58-9FEA-BDED-3940-9609F5ABA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9B05D-8F10-50BE-E70F-97EBDE988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EBA40-D07D-DC67-9320-079C3F98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DB2D5-8318-81EA-A8B5-70E0269CF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7BA3A-91C2-84D4-A017-BE88FFD6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57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3EDD-4BD2-BBA2-C9E7-776F9D1F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C4FA5-4151-2461-1DD2-727A247D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8BDC9-AA39-DE5B-7B4E-42214BA5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6A6F0-CE20-DDCE-815D-43A359C6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66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0D995-FC82-FBA7-4AEB-76DDFE64D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971D5-0E71-4524-FE07-C5868D84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C30C8-ED01-4D72-C778-F5C1ED74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41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9460-FC04-5D85-8A9B-08256D53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07E94-ED78-51A4-4CAE-9ECB61A4A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2D2F1-11DB-8F54-78AD-D9079F2B9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A2A71-10ED-B263-8F77-A711C11B9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8B694-E738-3A23-DB92-07261C94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83F7-D33E-9188-4E9F-809564A4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09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F181-7177-8DD7-BA78-238C569F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0B78FE-AFCB-05FB-4005-14A25D0D8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20765-DEE1-47A5-9C71-E6316B23B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7DD54-57FD-B873-1862-6540D31B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E5C1F-6BAC-0CDF-7F07-59D22B93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14510-C688-7B60-C0F8-3AA4ABD4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11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5678-8D8F-168F-44A9-3466E395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BBC54-B9E9-4884-ED4E-DF32A665F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BE0A8-D3A6-C892-5F4D-F02313A9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FF40C-DC9B-3443-750F-8E847DE5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99A75-B6D4-BCB6-CCF3-935E550C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4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1EAE7-CE93-BB3F-69F4-6016F0F36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C29D0-B1B4-EBEC-2992-C21C3AB9B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EC5D0-4D06-EC84-8A46-4FFC3FDD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0B858-C0E5-A280-88F3-889827C6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FA8F-8E29-5529-69EC-1E55BA00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91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27DAE6-42A7-321C-9C94-8CF02F50E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73C23-758C-5448-0C09-43384308E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B56C6-E322-A1F3-C3F5-A094AE569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6EB39-97A1-49D3-B9DB-8394D1E45528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DE607-7F34-B5C3-BC58-181E06D9E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32BF-BE67-D340-16B8-92E52B748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38EDA-0427-4E91-8E01-F6288C608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36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workflow&#10;&#10;AI-generated content may be incorrect.">
            <a:extLst>
              <a:ext uri="{FF2B5EF4-FFF2-40B4-BE49-F238E27FC236}">
                <a16:creationId xmlns:a16="http://schemas.microsoft.com/office/drawing/2014/main" id="{AC4EE5A7-BF32-57BA-0BA4-FB2D31FE8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47062"/>
            <a:ext cx="8504904" cy="675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59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2025-10-05T17:23:43Z</dcterms:created>
  <dcterms:modified xsi:type="dcterms:W3CDTF">2025-12-19T19:25:17Z</dcterms:modified>
</cp:coreProperties>
</file>