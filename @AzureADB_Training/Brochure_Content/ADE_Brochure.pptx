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63" r:id="rId4"/>
    <p:sldId id="259" r:id="rId5"/>
    <p:sldId id="257" r:id="rId6"/>
    <p:sldId id="258" r:id="rId7"/>
    <p:sldId id="264" r:id="rId8"/>
    <p:sldId id="256" r:id="rId9"/>
    <p:sldId id="260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79A10-7398-4036-9583-4A4C64CE3486}" v="9" dt="2025-12-15T18:25:53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 Suresh" userId="04a47b5c-286d-4451-a903-e2334e9230bd" providerId="ADAL" clId="{9C3AFDC1-1C3F-4934-836B-818A779DDE8C}"/>
    <pc:docChg chg="undo redo custSel addSld modSld sldOrd">
      <pc:chgData name="A Suresh" userId="04a47b5c-286d-4451-a903-e2334e9230bd" providerId="ADAL" clId="{9C3AFDC1-1C3F-4934-836B-818A779DDE8C}" dt="2025-12-15T18:27:40.468" v="2945" actId="20577"/>
      <pc:docMkLst>
        <pc:docMk/>
      </pc:docMkLst>
      <pc:sldChg chg="addSp delSp modSp mod">
        <pc:chgData name="A Suresh" userId="04a47b5c-286d-4451-a903-e2334e9230bd" providerId="ADAL" clId="{9C3AFDC1-1C3F-4934-836B-818A779DDE8C}" dt="2025-12-15T17:36:15.389" v="2645" actId="20577"/>
        <pc:sldMkLst>
          <pc:docMk/>
          <pc:sldMk cId="1364133681" sldId="256"/>
        </pc:sldMkLst>
        <pc:spChg chg="add mod">
          <ac:chgData name="A Suresh" userId="04a47b5c-286d-4451-a903-e2334e9230bd" providerId="ADAL" clId="{9C3AFDC1-1C3F-4934-836B-818A779DDE8C}" dt="2025-12-15T17:36:15.389" v="2645" actId="20577"/>
          <ac:spMkLst>
            <pc:docMk/>
            <pc:sldMk cId="1364133681" sldId="256"/>
            <ac:spMk id="6" creationId="{55749FD4-E248-DDE9-7707-1F6FCC639C22}"/>
          </ac:spMkLst>
        </pc:spChg>
        <pc:spChg chg="add mod">
          <ac:chgData name="A Suresh" userId="04a47b5c-286d-4451-a903-e2334e9230bd" providerId="ADAL" clId="{9C3AFDC1-1C3F-4934-836B-818A779DDE8C}" dt="2025-11-16T18:19:39.223" v="2632" actId="20577"/>
          <ac:spMkLst>
            <pc:docMk/>
            <pc:sldMk cId="1364133681" sldId="256"/>
            <ac:spMk id="10" creationId="{F47A4317-DE69-2CC6-B4EA-6B70205DD949}"/>
          </ac:spMkLst>
        </pc:spChg>
      </pc:sldChg>
      <pc:sldChg chg="addSp delSp modSp mod ord">
        <pc:chgData name="A Suresh" userId="04a47b5c-286d-4451-a903-e2334e9230bd" providerId="ADAL" clId="{9C3AFDC1-1C3F-4934-836B-818A779DDE8C}" dt="2025-11-16T17:55:14.483" v="1510" actId="13926"/>
        <pc:sldMkLst>
          <pc:docMk/>
          <pc:sldMk cId="1846308126" sldId="257"/>
        </pc:sldMkLst>
        <pc:spChg chg="add mod">
          <ac:chgData name="A Suresh" userId="04a47b5c-286d-4451-a903-e2334e9230bd" providerId="ADAL" clId="{9C3AFDC1-1C3F-4934-836B-818A779DDE8C}" dt="2025-11-16T17:55:14.483" v="1510" actId="13926"/>
          <ac:spMkLst>
            <pc:docMk/>
            <pc:sldMk cId="1846308126" sldId="257"/>
            <ac:spMk id="6" creationId="{6A40879B-5F25-D4ED-A483-D8A4C2E45606}"/>
          </ac:spMkLst>
        </pc:spChg>
      </pc:sldChg>
      <pc:sldChg chg="addSp delSp modSp mod">
        <pc:chgData name="A Suresh" userId="04a47b5c-286d-4451-a903-e2334e9230bd" providerId="ADAL" clId="{9C3AFDC1-1C3F-4934-836B-818A779DDE8C}" dt="2025-11-16T18:01:02.611" v="1841" actId="14100"/>
        <pc:sldMkLst>
          <pc:docMk/>
          <pc:sldMk cId="2458629903" sldId="258"/>
        </pc:sldMkLst>
        <pc:spChg chg="add mod">
          <ac:chgData name="A Suresh" userId="04a47b5c-286d-4451-a903-e2334e9230bd" providerId="ADAL" clId="{9C3AFDC1-1C3F-4934-836B-818A779DDE8C}" dt="2025-11-16T17:46:49.408" v="1070" actId="1035"/>
          <ac:spMkLst>
            <pc:docMk/>
            <pc:sldMk cId="2458629903" sldId="258"/>
            <ac:spMk id="6" creationId="{06991C3C-2DC3-4912-F686-80B706FDC331}"/>
          </ac:spMkLst>
        </pc:spChg>
        <pc:spChg chg="add mod">
          <ac:chgData name="A Suresh" userId="04a47b5c-286d-4451-a903-e2334e9230bd" providerId="ADAL" clId="{9C3AFDC1-1C3F-4934-836B-818A779DDE8C}" dt="2025-11-16T18:01:02.611" v="1841" actId="14100"/>
          <ac:spMkLst>
            <pc:docMk/>
            <pc:sldMk cId="2458629903" sldId="258"/>
            <ac:spMk id="10" creationId="{6D0DD71F-2098-65E5-AC98-D3283188488D}"/>
          </ac:spMkLst>
        </pc:spChg>
        <pc:spChg chg="add mod">
          <ac:chgData name="A Suresh" userId="04a47b5c-286d-4451-a903-e2334e9230bd" providerId="ADAL" clId="{9C3AFDC1-1C3F-4934-836B-818A779DDE8C}" dt="2025-11-16T17:57:21.659" v="1587" actId="1038"/>
          <ac:spMkLst>
            <pc:docMk/>
            <pc:sldMk cId="2458629903" sldId="258"/>
            <ac:spMk id="14" creationId="{30358920-6068-C612-B8CC-9048BF2A448D}"/>
          </ac:spMkLst>
        </pc:spChg>
      </pc:sldChg>
      <pc:sldChg chg="addSp delSp modSp mod ord">
        <pc:chgData name="A Suresh" userId="04a47b5c-286d-4451-a903-e2334e9230bd" providerId="ADAL" clId="{9C3AFDC1-1C3F-4934-836B-818A779DDE8C}" dt="2025-12-15T17:46:13.723" v="2753" actId="20577"/>
        <pc:sldMkLst>
          <pc:docMk/>
          <pc:sldMk cId="2712139295" sldId="259"/>
        </pc:sldMkLst>
        <pc:spChg chg="add mod">
          <ac:chgData name="A Suresh" userId="04a47b5c-286d-4451-a903-e2334e9230bd" providerId="ADAL" clId="{9C3AFDC1-1C3F-4934-836B-818A779DDE8C}" dt="2025-12-15T17:46:13.723" v="2753" actId="20577"/>
          <ac:spMkLst>
            <pc:docMk/>
            <pc:sldMk cId="2712139295" sldId="259"/>
            <ac:spMk id="2" creationId="{17B4D1DC-8654-469E-1E6B-E1AFB2E66FB1}"/>
          </ac:spMkLst>
        </pc:spChg>
        <pc:spChg chg="add mod">
          <ac:chgData name="A Suresh" userId="04a47b5c-286d-4451-a903-e2334e9230bd" providerId="ADAL" clId="{9C3AFDC1-1C3F-4934-836B-818A779DDE8C}" dt="2025-12-15T17:45:30.010" v="2737" actId="1076"/>
          <ac:spMkLst>
            <pc:docMk/>
            <pc:sldMk cId="2712139295" sldId="259"/>
            <ac:spMk id="6" creationId="{E97D81E4-C929-4282-898F-D9B04521593A}"/>
          </ac:spMkLst>
        </pc:spChg>
      </pc:sldChg>
      <pc:sldChg chg="modSp mod">
        <pc:chgData name="A Suresh" userId="04a47b5c-286d-4451-a903-e2334e9230bd" providerId="ADAL" clId="{9C3AFDC1-1C3F-4934-836B-818A779DDE8C}" dt="2025-11-16T18:21:35.287" v="2639" actId="255"/>
        <pc:sldMkLst>
          <pc:docMk/>
          <pc:sldMk cId="3656224475" sldId="260"/>
        </pc:sldMkLst>
        <pc:spChg chg="mod">
          <ac:chgData name="A Suresh" userId="04a47b5c-286d-4451-a903-e2334e9230bd" providerId="ADAL" clId="{9C3AFDC1-1C3F-4934-836B-818A779DDE8C}" dt="2025-11-16T18:21:35.287" v="2639" actId="255"/>
          <ac:spMkLst>
            <pc:docMk/>
            <pc:sldMk cId="3656224475" sldId="260"/>
            <ac:spMk id="4" creationId="{CB91B13E-9072-5A13-03A2-0B05B2A13F97}"/>
          </ac:spMkLst>
        </pc:spChg>
      </pc:sldChg>
      <pc:sldChg chg="modSp mod">
        <pc:chgData name="A Suresh" userId="04a47b5c-286d-4451-a903-e2334e9230bd" providerId="ADAL" clId="{9C3AFDC1-1C3F-4934-836B-818A779DDE8C}" dt="2025-12-15T17:36:34.861" v="2646" actId="6549"/>
        <pc:sldMkLst>
          <pc:docMk/>
          <pc:sldMk cId="956606058" sldId="261"/>
        </pc:sldMkLst>
        <pc:spChg chg="mod">
          <ac:chgData name="A Suresh" userId="04a47b5c-286d-4451-a903-e2334e9230bd" providerId="ADAL" clId="{9C3AFDC1-1C3F-4934-836B-818A779DDE8C}" dt="2025-12-15T17:36:34.861" v="2646" actId="6549"/>
          <ac:spMkLst>
            <pc:docMk/>
            <pc:sldMk cId="956606058" sldId="261"/>
            <ac:spMk id="5" creationId="{C16095FE-83C4-3D31-4F6F-8C635C94E702}"/>
          </ac:spMkLst>
        </pc:spChg>
      </pc:sldChg>
      <pc:sldChg chg="delSp modSp mod">
        <pc:chgData name="A Suresh" userId="04a47b5c-286d-4451-a903-e2334e9230bd" providerId="ADAL" clId="{9C3AFDC1-1C3F-4934-836B-818A779DDE8C}" dt="2025-11-16T17:55:31.870" v="1513" actId="13926"/>
        <pc:sldMkLst>
          <pc:docMk/>
          <pc:sldMk cId="1564887510" sldId="262"/>
        </pc:sldMkLst>
        <pc:spChg chg="mod">
          <ac:chgData name="A Suresh" userId="04a47b5c-286d-4451-a903-e2334e9230bd" providerId="ADAL" clId="{9C3AFDC1-1C3F-4934-836B-818A779DDE8C}" dt="2025-11-16T17:55:31.870" v="1513" actId="13926"/>
          <ac:spMkLst>
            <pc:docMk/>
            <pc:sldMk cId="1564887510" sldId="262"/>
            <ac:spMk id="4" creationId="{8F03E436-487F-A66C-EAC9-A9E0E5BB799D}"/>
          </ac:spMkLst>
        </pc:spChg>
      </pc:sldChg>
      <pc:sldChg chg="addSp delSp modSp new mod">
        <pc:chgData name="A Suresh" userId="04a47b5c-286d-4451-a903-e2334e9230bd" providerId="ADAL" clId="{9C3AFDC1-1C3F-4934-836B-818A779DDE8C}" dt="2025-11-16T17:55:26.239" v="1512" actId="13926"/>
        <pc:sldMkLst>
          <pc:docMk/>
          <pc:sldMk cId="1011825567" sldId="263"/>
        </pc:sldMkLst>
        <pc:spChg chg="add mod">
          <ac:chgData name="A Suresh" userId="04a47b5c-286d-4451-a903-e2334e9230bd" providerId="ADAL" clId="{9C3AFDC1-1C3F-4934-836B-818A779DDE8C}" dt="2025-11-16T17:30:33.026" v="266" actId="1036"/>
          <ac:spMkLst>
            <pc:docMk/>
            <pc:sldMk cId="1011825567" sldId="263"/>
            <ac:spMk id="5" creationId="{3651264B-36C4-924E-B816-20F89D575A5C}"/>
          </ac:spMkLst>
        </pc:spChg>
        <pc:spChg chg="add mod">
          <ac:chgData name="A Suresh" userId="04a47b5c-286d-4451-a903-e2334e9230bd" providerId="ADAL" clId="{9C3AFDC1-1C3F-4934-836B-818A779DDE8C}" dt="2025-11-16T17:55:26.239" v="1512" actId="13926"/>
          <ac:spMkLst>
            <pc:docMk/>
            <pc:sldMk cId="1011825567" sldId="263"/>
            <ac:spMk id="7" creationId="{B26D42CC-840E-86DA-310C-FFB5C04C58AA}"/>
          </ac:spMkLst>
        </pc:spChg>
        <pc:spChg chg="add mod">
          <ac:chgData name="A Suresh" userId="04a47b5c-286d-4451-a903-e2334e9230bd" providerId="ADAL" clId="{9C3AFDC1-1C3F-4934-836B-818A779DDE8C}" dt="2025-11-16T17:30:43.482" v="311" actId="1036"/>
          <ac:spMkLst>
            <pc:docMk/>
            <pc:sldMk cId="1011825567" sldId="263"/>
            <ac:spMk id="11" creationId="{552F13C1-5CD7-19E6-0C2E-CFF30E1A5F5A}"/>
          </ac:spMkLst>
        </pc:spChg>
        <pc:spChg chg="add mod">
          <ac:chgData name="A Suresh" userId="04a47b5c-286d-4451-a903-e2334e9230bd" providerId="ADAL" clId="{9C3AFDC1-1C3F-4934-836B-818A779DDE8C}" dt="2025-11-16T17:30:40.402" v="302" actId="1036"/>
          <ac:spMkLst>
            <pc:docMk/>
            <pc:sldMk cId="1011825567" sldId="263"/>
            <ac:spMk id="15" creationId="{C195F7EC-7E7D-025A-B4B3-C0736C6B23F6}"/>
          </ac:spMkLst>
        </pc:spChg>
        <pc:spChg chg="add mod">
          <ac:chgData name="A Suresh" userId="04a47b5c-286d-4451-a903-e2334e9230bd" providerId="ADAL" clId="{9C3AFDC1-1C3F-4934-836B-818A779DDE8C}" dt="2025-11-16T17:30:35.549" v="283" actId="1036"/>
          <ac:spMkLst>
            <pc:docMk/>
            <pc:sldMk cId="1011825567" sldId="263"/>
            <ac:spMk id="19" creationId="{9F564CB7-09C9-A7FC-E9FA-650E2ACC4520}"/>
          </ac:spMkLst>
        </pc:spChg>
      </pc:sldChg>
      <pc:sldChg chg="addSp delSp modSp new mod">
        <pc:chgData name="A Suresh" userId="04a47b5c-286d-4451-a903-e2334e9230bd" providerId="ADAL" clId="{9C3AFDC1-1C3F-4934-836B-818A779DDE8C}" dt="2025-11-16T18:00:39.796" v="1837" actId="14100"/>
        <pc:sldMkLst>
          <pc:docMk/>
          <pc:sldMk cId="580737890" sldId="264"/>
        </pc:sldMkLst>
        <pc:spChg chg="add mod">
          <ac:chgData name="A Suresh" userId="04a47b5c-286d-4451-a903-e2334e9230bd" providerId="ADAL" clId="{9C3AFDC1-1C3F-4934-836B-818A779DDE8C}" dt="2025-11-16T17:59:22.163" v="1632" actId="20577"/>
          <ac:spMkLst>
            <pc:docMk/>
            <pc:sldMk cId="580737890" sldId="264"/>
            <ac:spMk id="7" creationId="{61FB459E-D4CC-CBC8-FCEB-57683342C58F}"/>
          </ac:spMkLst>
        </pc:spChg>
        <pc:spChg chg="add mod">
          <ac:chgData name="A Suresh" userId="04a47b5c-286d-4451-a903-e2334e9230bd" providerId="ADAL" clId="{9C3AFDC1-1C3F-4934-836B-818A779DDE8C}" dt="2025-11-16T18:00:39.796" v="1837" actId="14100"/>
          <ac:spMkLst>
            <pc:docMk/>
            <pc:sldMk cId="580737890" sldId="264"/>
            <ac:spMk id="11" creationId="{B5B4F889-F13C-6B3C-500D-D3D748CCB36A}"/>
          </ac:spMkLst>
        </pc:spChg>
      </pc:sldChg>
      <pc:sldChg chg="addSp delSp modSp new mod">
        <pc:chgData name="A Suresh" userId="04a47b5c-286d-4451-a903-e2334e9230bd" providerId="ADAL" clId="{9C3AFDC1-1C3F-4934-836B-818A779DDE8C}" dt="2025-12-15T18:27:40.468" v="2945" actId="20577"/>
        <pc:sldMkLst>
          <pc:docMk/>
          <pc:sldMk cId="3311429201" sldId="265"/>
        </pc:sldMkLst>
        <pc:spChg chg="del">
          <ac:chgData name="A Suresh" userId="04a47b5c-286d-4451-a903-e2334e9230bd" providerId="ADAL" clId="{9C3AFDC1-1C3F-4934-836B-818A779DDE8C}" dt="2025-12-15T17:39:53.950" v="2648" actId="478"/>
          <ac:spMkLst>
            <pc:docMk/>
            <pc:sldMk cId="3311429201" sldId="265"/>
            <ac:spMk id="2" creationId="{B540A3FC-D314-760A-B650-6357078956C1}"/>
          </ac:spMkLst>
        </pc:spChg>
        <pc:spChg chg="add mod">
          <ac:chgData name="A Suresh" userId="04a47b5c-286d-4451-a903-e2334e9230bd" providerId="ADAL" clId="{9C3AFDC1-1C3F-4934-836B-818A779DDE8C}" dt="2025-12-15T18:27:13.943" v="2938" actId="6549"/>
          <ac:spMkLst>
            <pc:docMk/>
            <pc:sldMk cId="3311429201" sldId="265"/>
            <ac:spMk id="2" creationId="{E4AFE8A4-47A3-4549-943C-EFA19B943B5A}"/>
          </ac:spMkLst>
        </pc:spChg>
        <pc:spChg chg="del">
          <ac:chgData name="A Suresh" userId="04a47b5c-286d-4451-a903-e2334e9230bd" providerId="ADAL" clId="{9C3AFDC1-1C3F-4934-836B-818A779DDE8C}" dt="2025-12-15T17:39:53.950" v="2648" actId="478"/>
          <ac:spMkLst>
            <pc:docMk/>
            <pc:sldMk cId="3311429201" sldId="265"/>
            <ac:spMk id="3" creationId="{59A84DD7-70A1-18DE-CC51-2F093D986077}"/>
          </ac:spMkLst>
        </pc:spChg>
        <pc:spChg chg="add mod">
          <ac:chgData name="A Suresh" userId="04a47b5c-286d-4451-a903-e2334e9230bd" providerId="ADAL" clId="{9C3AFDC1-1C3F-4934-836B-818A779DDE8C}" dt="2025-12-15T18:26:53.752" v="2930" actId="1076"/>
          <ac:spMkLst>
            <pc:docMk/>
            <pc:sldMk cId="3311429201" sldId="265"/>
            <ac:spMk id="3" creationId="{99FD6A09-D053-B619-5BAD-A998A8CF30FA}"/>
          </ac:spMkLst>
        </pc:spChg>
        <pc:spChg chg="add mod">
          <ac:chgData name="A Suresh" userId="04a47b5c-286d-4451-a903-e2334e9230bd" providerId="ADAL" clId="{9C3AFDC1-1C3F-4934-836B-818A779DDE8C}" dt="2025-12-15T18:26:36.833" v="2926" actId="1076"/>
          <ac:spMkLst>
            <pc:docMk/>
            <pc:sldMk cId="3311429201" sldId="265"/>
            <ac:spMk id="4" creationId="{045267AE-9ACD-902D-C061-24E30F129ADA}"/>
          </ac:spMkLst>
        </pc:spChg>
        <pc:spChg chg="add mod">
          <ac:chgData name="A Suresh" userId="04a47b5c-286d-4451-a903-e2334e9230bd" providerId="ADAL" clId="{9C3AFDC1-1C3F-4934-836B-818A779DDE8C}" dt="2025-12-15T18:26:40.961" v="2927" actId="1076"/>
          <ac:spMkLst>
            <pc:docMk/>
            <pc:sldMk cId="3311429201" sldId="265"/>
            <ac:spMk id="5" creationId="{7BFBB83B-8280-AB90-E681-9C984CDF6A5D}"/>
          </ac:spMkLst>
        </pc:spChg>
        <pc:spChg chg="add mod">
          <ac:chgData name="A Suresh" userId="04a47b5c-286d-4451-a903-e2334e9230bd" providerId="ADAL" clId="{9C3AFDC1-1C3F-4934-836B-818A779DDE8C}" dt="2025-12-15T18:27:40.468" v="2945" actId="20577"/>
          <ac:spMkLst>
            <pc:docMk/>
            <pc:sldMk cId="3311429201" sldId="265"/>
            <ac:spMk id="6" creationId="{83CFF0CE-205B-A759-8659-79FAA9AE12A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4A281-78CF-93E9-5C3B-82F6C0231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D40455-492F-9F4A-A096-D292017DE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D16CA-3972-214B-9151-EBEA86CD9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979471-525B-BE16-87CB-7D105FED2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5C012-58AC-A651-B38F-7EF8A155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5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29767-AB94-110A-5AFD-C65DED92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80699-3022-3E12-3602-19EB4F241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0E095-6784-A762-1247-E3BE188A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E2735-F4DE-5A67-0361-40BC4E27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F15EF-F946-C8C6-D302-9F97A66A4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7941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5665C-A3D5-0C1A-3C43-BE647E98C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1E57BE-E232-98AD-F4B0-2A14D5E98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F1EC0-2F83-0175-A13C-9C4EBAA5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E669A-FF3E-01E3-46F6-F3EEE5A5B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8416B-D931-D8C1-2CA8-AD56E6A38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098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76187-215C-8752-BADD-B86C7850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68915-6E81-BFB4-7F8E-BD9EFBF037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260FB2-B07B-C670-FB38-34CB338C1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478962-8343-FF15-2A3D-23531B39C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60CF-4EC9-3CB1-52A9-ABEE54293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5D43F-53EC-3F09-893A-85FF32A56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016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54111-ECA5-F821-2B8E-54910DB46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CC0990-C9F0-2C7B-51FD-0E0BEA811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5B120-4F83-E03A-515C-6DA5621FB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B8847-93A3-5E5C-BA61-47A1FF764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4FBE05-AA1F-99B4-A28E-6BFA0C03CF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93EBE8-8785-AB06-CBBF-AC2906502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2F26BF-F4C8-4B45-F041-E8768CFD3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9F408-979F-706C-9713-F54E01BD1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36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01A8-0233-14F8-2186-A6589691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FA385E-97DD-2C03-17EA-01F69F27A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DB5EB5-BA68-DFB0-5417-5044BA34A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A5A9D-34C1-7982-7843-2B64BBCC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571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1848F-B494-A088-0700-8ADE3C8E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8BFA66-B577-D529-4544-547F2262A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2BB6D-04D9-47E5-A371-CC6960165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89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839AD-9EEC-37BF-BA6F-DD7FC81DF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C2515-94E5-EB4D-FB8D-DB175F1D2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FDB76B-8FBE-CE5A-DE1B-50B52B9AA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83E2D-08F3-5E6D-56A1-B46459DB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D6B83-7057-5BB8-BBBA-B0D0A42E1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41BE4-B422-8CA9-B3EB-749BFA237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57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6F3B3-1B5B-6F02-0497-207B646B7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9DDC9-EE36-448D-505D-1F37AAC247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40466-2346-F393-7DF4-D42279577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778DB-3481-C33C-A549-D5D1B0014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DF291-EC6E-0A9B-0003-19F1B6B8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9FA2E5-F304-8C9B-7C78-C49CDB35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0452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A8221-1577-235B-872B-9EB4677B0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2105B-C8E3-F742-6AA0-C98C47AE5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D0B14-DB6D-528B-4508-02969C24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71125-9F69-1702-71DD-B1F1CCE26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FBFE4C-9946-B0AE-7F89-A69D046E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54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268A4-33BD-2139-BDAC-DDE3FF947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802403-8821-23D5-FCB9-A35BD0FC22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E4328-3A5C-F84A-A4D1-ACA84479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F3C9CE-10AE-3EC2-9BA1-4A0E00935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B7EB3-56C7-3BCB-50B6-3FB573A14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25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D6E7B3-F5BA-A626-40B8-BD8385702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F8A38-89F3-7714-BAFA-D1C7CB385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136D4-F976-5CF5-3EE3-31619B94D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C62C3-3CD2-4C26-8BC8-BC07CDAB0F91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BFC6F-02E4-EA99-5A95-6EB8E80EC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4F8C-E06A-F3B4-A31B-21489DD80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CBBD20-7207-4921-BB7A-F23FF13493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265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5267AE-9ACD-902D-C061-24E30F129ADA}"/>
              </a:ext>
            </a:extLst>
          </p:cNvPr>
          <p:cNvSpPr txBox="1"/>
          <p:nvPr/>
        </p:nvSpPr>
        <p:spPr>
          <a:xfrm>
            <a:off x="3962401" y="196644"/>
            <a:ext cx="4257367" cy="1674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600" dirty="0"/>
              <a:t>Azure Data Engineer</a:t>
            </a:r>
          </a:p>
          <a:p>
            <a:pPr algn="ctr">
              <a:lnSpc>
                <a:spcPct val="150000"/>
              </a:lnSpc>
            </a:pPr>
            <a:r>
              <a:rPr lang="en-IN" sz="3600" dirty="0"/>
              <a:t>Course Content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B83B-8280-AB90-E681-9C984CDF6A5D}"/>
              </a:ext>
            </a:extLst>
          </p:cNvPr>
          <p:cNvSpPr txBox="1"/>
          <p:nvPr/>
        </p:nvSpPr>
        <p:spPr>
          <a:xfrm>
            <a:off x="432619" y="521109"/>
            <a:ext cx="2146421" cy="883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Duration: </a:t>
            </a:r>
            <a:r>
              <a:rPr lang="en-IN" dirty="0"/>
              <a:t>3 months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Fees: </a:t>
            </a:r>
            <a:r>
              <a:rPr lang="en-IN" dirty="0"/>
              <a:t>25,000/-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AFE8A4-47A3-4549-943C-EFA19B943B5A}"/>
              </a:ext>
            </a:extLst>
          </p:cNvPr>
          <p:cNvSpPr txBox="1"/>
          <p:nvPr/>
        </p:nvSpPr>
        <p:spPr>
          <a:xfrm>
            <a:off x="442452" y="3991896"/>
            <a:ext cx="3185652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Sub Course : 01</a:t>
            </a:r>
          </a:p>
          <a:p>
            <a:pPr>
              <a:lnSpc>
                <a:spcPct val="150000"/>
              </a:lnSpc>
            </a:pPr>
            <a:r>
              <a:rPr lang="en-IN" b="1" dirty="0" err="1"/>
              <a:t>databricks</a:t>
            </a:r>
            <a:r>
              <a:rPr lang="en-IN" b="1" dirty="0"/>
              <a:t> &amp; </a:t>
            </a:r>
            <a:r>
              <a:rPr lang="en-IN" b="1" dirty="0" err="1"/>
              <a:t>pyspark</a:t>
            </a:r>
            <a:br>
              <a:rPr lang="en-IN" b="1" dirty="0"/>
            </a:br>
            <a:r>
              <a:rPr lang="en-IN" b="1" dirty="0"/>
              <a:t>Duration: 1.5</a:t>
            </a:r>
            <a:r>
              <a:rPr lang="en-IN" dirty="0"/>
              <a:t> months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Fees: </a:t>
            </a:r>
            <a:r>
              <a:rPr lang="en-IN" dirty="0"/>
              <a:t>12,000/-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D6A09-D053-B619-5BAD-A998A8CF30FA}"/>
              </a:ext>
            </a:extLst>
          </p:cNvPr>
          <p:cNvSpPr txBox="1"/>
          <p:nvPr/>
        </p:nvSpPr>
        <p:spPr>
          <a:xfrm>
            <a:off x="4788310" y="3883742"/>
            <a:ext cx="289068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Sub Course : 02</a:t>
            </a:r>
          </a:p>
          <a:p>
            <a:pPr>
              <a:lnSpc>
                <a:spcPct val="150000"/>
              </a:lnSpc>
            </a:pPr>
            <a:r>
              <a:rPr lang="en-IN" b="1" dirty="0"/>
              <a:t>ADF (Azure Data Factory)</a:t>
            </a:r>
            <a:br>
              <a:rPr lang="en-IN" b="1" dirty="0"/>
            </a:br>
            <a:r>
              <a:rPr lang="en-IN" b="1" dirty="0"/>
              <a:t>Duration: 1.5</a:t>
            </a:r>
            <a:r>
              <a:rPr lang="en-IN" dirty="0"/>
              <a:t> months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Fees: </a:t>
            </a:r>
            <a:r>
              <a:rPr lang="en-IN" dirty="0"/>
              <a:t>8,000/-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CFF0CE-205B-A759-8659-79FAA9AE12A3}"/>
              </a:ext>
            </a:extLst>
          </p:cNvPr>
          <p:cNvSpPr txBox="1"/>
          <p:nvPr/>
        </p:nvSpPr>
        <p:spPr>
          <a:xfrm>
            <a:off x="8878530" y="3814917"/>
            <a:ext cx="2890683" cy="1714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Sub Course : 03</a:t>
            </a:r>
          </a:p>
          <a:p>
            <a:pPr>
              <a:lnSpc>
                <a:spcPct val="150000"/>
              </a:lnSpc>
            </a:pPr>
            <a:r>
              <a:rPr lang="en-IN" b="1" dirty="0" err="1"/>
              <a:t>PySpark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/>
              <a:t>Duration: </a:t>
            </a:r>
            <a:r>
              <a:rPr lang="en-IN" dirty="0"/>
              <a:t>5 weeks</a:t>
            </a:r>
          </a:p>
          <a:p>
            <a:pPr>
              <a:lnSpc>
                <a:spcPct val="150000"/>
              </a:lnSpc>
            </a:pPr>
            <a:r>
              <a:rPr lang="en-IN" b="1" dirty="0"/>
              <a:t>Fees: </a:t>
            </a:r>
            <a:r>
              <a:rPr lang="en-IN" dirty="0"/>
              <a:t>8,000/-</a:t>
            </a:r>
          </a:p>
        </p:txBody>
      </p:sp>
    </p:spTree>
    <p:extLst>
      <p:ext uri="{BB962C8B-B14F-4D97-AF65-F5344CB8AC3E}">
        <p14:creationId xmlns:p14="http://schemas.microsoft.com/office/powerpoint/2010/main" val="3311429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03E436-487F-A66C-EAC9-A9E0E5BB799D}"/>
              </a:ext>
            </a:extLst>
          </p:cNvPr>
          <p:cNvSpPr txBox="1"/>
          <p:nvPr/>
        </p:nvSpPr>
        <p:spPr>
          <a:xfrm>
            <a:off x="285750" y="297180"/>
            <a:ext cx="51442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highlight>
                  <a:srgbClr val="00FF00"/>
                </a:highlight>
              </a:rPr>
              <a:t>1) Introduction to Azure Data Engineering</a:t>
            </a:r>
          </a:p>
          <a:p>
            <a:r>
              <a:rPr lang="en-IN" sz="1600" dirty="0"/>
              <a:t>         a) Fundamentals of Data Engineering</a:t>
            </a:r>
          </a:p>
          <a:p>
            <a:r>
              <a:rPr lang="en-IN" sz="1600" dirty="0"/>
              <a:t>         b) Azure Data Services Overview</a:t>
            </a:r>
          </a:p>
          <a:p>
            <a:r>
              <a:rPr lang="en-IN" sz="1600" dirty="0"/>
              <a:t>         c) Role of Azure Data Engineer in Real-world Projects</a:t>
            </a:r>
          </a:p>
        </p:txBody>
      </p:sp>
    </p:spTree>
    <p:extLst>
      <p:ext uri="{BB962C8B-B14F-4D97-AF65-F5344CB8AC3E}">
        <p14:creationId xmlns:p14="http://schemas.microsoft.com/office/powerpoint/2010/main" val="156488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651264B-36C4-924E-B816-20F89D575A5C}"/>
              </a:ext>
            </a:extLst>
          </p:cNvPr>
          <p:cNvSpPr txBox="1"/>
          <p:nvPr/>
        </p:nvSpPr>
        <p:spPr>
          <a:xfrm>
            <a:off x="349667" y="5570928"/>
            <a:ext cx="732719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d) Azure Storage &amp; Data Ingestion</a:t>
            </a:r>
          </a:p>
          <a:p>
            <a:r>
              <a:rPr lang="en-IN" sz="1600" dirty="0"/>
              <a:t>        1. Azure Blob Storage &amp; Azure Data Lake Gen2</a:t>
            </a:r>
          </a:p>
          <a:p>
            <a:r>
              <a:rPr lang="en-IN" sz="1600" dirty="0"/>
              <a:t>        2. Batch vs Real-time Data ingestion</a:t>
            </a:r>
          </a:p>
          <a:p>
            <a:r>
              <a:rPr lang="en-IN" sz="1600" dirty="0"/>
              <a:t>        3. Hands-on: Create a Data Lake &amp; upload raw datasets for further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D42CC-840E-86DA-310C-FFB5C04C58AA}"/>
              </a:ext>
            </a:extLst>
          </p:cNvPr>
          <p:cNvSpPr txBox="1"/>
          <p:nvPr/>
        </p:nvSpPr>
        <p:spPr>
          <a:xfrm>
            <a:off x="275303" y="100470"/>
            <a:ext cx="2664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00FF00"/>
                </a:highlight>
              </a:rPr>
              <a:t>2) Introduction to Azure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F13C1-5CD7-19E6-0C2E-CFF30E1A5F5A}"/>
              </a:ext>
            </a:extLst>
          </p:cNvPr>
          <p:cNvSpPr txBox="1"/>
          <p:nvPr/>
        </p:nvSpPr>
        <p:spPr>
          <a:xfrm>
            <a:off x="314632" y="648532"/>
            <a:ext cx="35789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a) Azure Portal Walkthrough</a:t>
            </a:r>
          </a:p>
          <a:p>
            <a:r>
              <a:rPr lang="en-US" sz="1600" dirty="0"/>
              <a:t>     1. </a:t>
            </a:r>
            <a:r>
              <a:rPr lang="en-IN" sz="1600" dirty="0"/>
              <a:t>Creating Azure Free Account</a:t>
            </a:r>
            <a:endParaRPr lang="en-US" sz="1600" dirty="0"/>
          </a:p>
          <a:p>
            <a:r>
              <a:rPr lang="en-US" sz="1600" dirty="0"/>
              <a:t>     2. What is Subscription?</a:t>
            </a:r>
          </a:p>
          <a:p>
            <a:r>
              <a:rPr lang="en-US" sz="1600" dirty="0"/>
              <a:t>     2. What is a Resource Group?</a:t>
            </a:r>
          </a:p>
          <a:p>
            <a:r>
              <a:rPr lang="en-US" sz="1600" dirty="0"/>
              <a:t>     3. What is a Resource?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95F7EC-7E7D-025A-B4B3-C0736C6B23F6}"/>
              </a:ext>
            </a:extLst>
          </p:cNvPr>
          <p:cNvSpPr txBox="1"/>
          <p:nvPr/>
        </p:nvSpPr>
        <p:spPr>
          <a:xfrm>
            <a:off x="304803" y="2296960"/>
            <a:ext cx="489646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b) Overview of Azure Resources / Services</a:t>
            </a:r>
          </a:p>
          <a:p>
            <a:r>
              <a:rPr lang="en-IN" sz="1600" dirty="0"/>
              <a:t>    1. Data Factory</a:t>
            </a:r>
          </a:p>
          <a:p>
            <a:r>
              <a:rPr lang="en-IN" sz="1600" dirty="0"/>
              <a:t>    2. Azure Data bricks</a:t>
            </a:r>
          </a:p>
          <a:p>
            <a:r>
              <a:rPr lang="en-IN" sz="1600" dirty="0"/>
              <a:t>    3. BLOB Storage, Data Lake Storage Gen1 and Gen2</a:t>
            </a:r>
          </a:p>
          <a:p>
            <a:r>
              <a:rPr lang="en-IN" sz="1600" dirty="0"/>
              <a:t>    4. Azure SQL Server, SQL Database</a:t>
            </a:r>
          </a:p>
          <a:p>
            <a:r>
              <a:rPr lang="en-IN" sz="1600" dirty="0"/>
              <a:t>    5. Key Vault, Secret Scope</a:t>
            </a:r>
          </a:p>
          <a:p>
            <a:r>
              <a:rPr lang="en-IN" sz="1600" dirty="0"/>
              <a:t>    6. Logic Apps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564CB7-09C9-A7FC-E9FA-650E2ACC4520}"/>
              </a:ext>
            </a:extLst>
          </p:cNvPr>
          <p:cNvSpPr txBox="1"/>
          <p:nvPr/>
        </p:nvSpPr>
        <p:spPr>
          <a:xfrm>
            <a:off x="363793" y="4365127"/>
            <a:ext cx="311682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c) Types of Data</a:t>
            </a:r>
          </a:p>
          <a:p>
            <a:r>
              <a:rPr lang="en-US" sz="1600" dirty="0"/>
              <a:t>       1. Structured Data</a:t>
            </a:r>
          </a:p>
          <a:p>
            <a:r>
              <a:rPr lang="en-US" sz="1600" dirty="0"/>
              <a:t>       2. Semi-structured Data</a:t>
            </a:r>
          </a:p>
          <a:p>
            <a:r>
              <a:rPr lang="en-US" sz="1600" dirty="0"/>
              <a:t>       3.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101182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7D81E4-C929-4282-898F-D9B04521593A}"/>
              </a:ext>
            </a:extLst>
          </p:cNvPr>
          <p:cNvSpPr txBox="1"/>
          <p:nvPr/>
        </p:nvSpPr>
        <p:spPr>
          <a:xfrm>
            <a:off x="216309" y="4224931"/>
            <a:ext cx="8082118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00FF00"/>
                </a:highlight>
              </a:rPr>
              <a:t>3) Python Basics</a:t>
            </a:r>
          </a:p>
          <a:p>
            <a:r>
              <a:rPr lang="en-US" sz="1600" dirty="0"/>
              <a:t>       a) Variables</a:t>
            </a:r>
          </a:p>
          <a:p>
            <a:r>
              <a:rPr lang="en-US" sz="1600" dirty="0"/>
              <a:t>       b) </a:t>
            </a:r>
            <a:r>
              <a:rPr lang="en-US" sz="1600" dirty="0" err="1"/>
              <a:t>DataTypes</a:t>
            </a:r>
            <a:endParaRPr lang="en-US" sz="1600" dirty="0"/>
          </a:p>
          <a:p>
            <a:r>
              <a:rPr lang="en-US" sz="1600" dirty="0"/>
              <a:t>       c) Operators</a:t>
            </a:r>
          </a:p>
          <a:p>
            <a:r>
              <a:rPr lang="en-US" sz="1600" dirty="0"/>
              <a:t>       d) Collections </a:t>
            </a:r>
            <a:r>
              <a:rPr lang="en-IN" sz="1600" dirty="0"/>
              <a:t>(Arrays) – List, Tuple, Sets and Dictionary</a:t>
            </a:r>
          </a:p>
          <a:p>
            <a:r>
              <a:rPr lang="en-IN" sz="1600" dirty="0"/>
              <a:t>       e) Conditional Statements – If else and Nested If else and </a:t>
            </a:r>
            <a:r>
              <a:rPr lang="en-IN" sz="1600" dirty="0" err="1"/>
              <a:t>elif</a:t>
            </a:r>
            <a:endParaRPr lang="en-IN" sz="1600" dirty="0"/>
          </a:p>
          <a:p>
            <a:r>
              <a:rPr lang="en-IN" sz="1600" dirty="0"/>
              <a:t>       f) User Defined Functions – Defining, Calling, Types of Functions, Arguments</a:t>
            </a:r>
          </a:p>
          <a:p>
            <a:r>
              <a:rPr lang="en-IN" sz="1600" dirty="0"/>
              <a:t>       g) String Manipulation – Basic Operations, Slicing &amp; Functions and Methods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4D1DC-8654-469E-1E6B-E1AFB2E66FB1}"/>
              </a:ext>
            </a:extLst>
          </p:cNvPr>
          <p:cNvSpPr txBox="1"/>
          <p:nvPr/>
        </p:nvSpPr>
        <p:spPr>
          <a:xfrm>
            <a:off x="216308" y="183873"/>
            <a:ext cx="461133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00FF00"/>
                </a:highlight>
              </a:rPr>
              <a:t>Spark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Spark Architectures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Spark RDD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Cach &amp; persist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Common Transformations and Actions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Spark </a:t>
            </a:r>
            <a:r>
              <a:rPr lang="en-IN" sz="1600" dirty="0" err="1"/>
              <a:t>DataFrame</a:t>
            </a:r>
            <a:r>
              <a:rPr lang="en-IN" sz="1600" dirty="0"/>
              <a:t>, joins &amp; Aggregate Functions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Shared Variables &amp; Broadcast Variables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Accumulator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Fault Tolerance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spark performance optimization</a:t>
            </a:r>
          </a:p>
          <a:p>
            <a:pPr marL="285750" indent="-285750">
              <a:buFontTx/>
              <a:buChar char="-"/>
            </a:pPr>
            <a:r>
              <a:rPr lang="en-IN" sz="1600" dirty="0"/>
              <a:t>Partitioning bucketing caching, AQE</a:t>
            </a:r>
          </a:p>
        </p:txBody>
      </p:sp>
    </p:spTree>
    <p:extLst>
      <p:ext uri="{BB962C8B-B14F-4D97-AF65-F5344CB8AC3E}">
        <p14:creationId xmlns:p14="http://schemas.microsoft.com/office/powerpoint/2010/main" val="2712139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6E3A-5A50-31B5-8EE8-5564BF7F1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A40879B-5F25-D4ED-A483-D8A4C2E45606}"/>
              </a:ext>
            </a:extLst>
          </p:cNvPr>
          <p:cNvSpPr txBox="1"/>
          <p:nvPr/>
        </p:nvSpPr>
        <p:spPr>
          <a:xfrm>
            <a:off x="304800" y="24286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00FF00"/>
                </a:highlight>
              </a:rPr>
              <a:t> 4) Basics of SQL</a:t>
            </a:r>
          </a:p>
          <a:p>
            <a:r>
              <a:rPr lang="en-IN" sz="1600" dirty="0"/>
              <a:t>         a) DQL Commands (select)</a:t>
            </a:r>
          </a:p>
          <a:p>
            <a:r>
              <a:rPr lang="en-IN" sz="1600" dirty="0"/>
              <a:t>         b) DDL commands (create, alter, drop , truncate)</a:t>
            </a:r>
          </a:p>
          <a:p>
            <a:r>
              <a:rPr lang="en-IN" sz="1600" dirty="0"/>
              <a:t>         c) DML Commands (insert , update, delete, merge)</a:t>
            </a:r>
          </a:p>
          <a:p>
            <a:r>
              <a:rPr lang="en-IN" sz="1600" dirty="0"/>
              <a:t>         d) Joins</a:t>
            </a:r>
          </a:p>
          <a:p>
            <a:r>
              <a:rPr lang="en-IN" sz="1600" dirty="0"/>
              <a:t>         e) Window functions</a:t>
            </a:r>
          </a:p>
          <a:p>
            <a:r>
              <a:rPr lang="en-IN" sz="1600" dirty="0"/>
              <a:t>         f) Aggregate functions</a:t>
            </a:r>
          </a:p>
          <a:p>
            <a:r>
              <a:rPr lang="en-IN" sz="1600" dirty="0"/>
              <a:t>         g) </a:t>
            </a:r>
            <a:r>
              <a:rPr lang="en-US" sz="1600" dirty="0"/>
              <a:t>CTE expression</a:t>
            </a:r>
          </a:p>
          <a:p>
            <a:r>
              <a:rPr lang="en-IN" sz="1600" dirty="0"/>
              <a:t>         h) Set Operators</a:t>
            </a:r>
          </a:p>
        </p:txBody>
      </p:sp>
    </p:spTree>
    <p:extLst>
      <p:ext uri="{BB962C8B-B14F-4D97-AF65-F5344CB8AC3E}">
        <p14:creationId xmlns:p14="http://schemas.microsoft.com/office/powerpoint/2010/main" val="1846308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3120-F07D-9E69-B961-FCA773558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991C3C-2DC3-4912-F686-80B706FDC331}"/>
              </a:ext>
            </a:extLst>
          </p:cNvPr>
          <p:cNvSpPr txBox="1"/>
          <p:nvPr/>
        </p:nvSpPr>
        <p:spPr>
          <a:xfrm>
            <a:off x="108154" y="-19664"/>
            <a:ext cx="6882581" cy="689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/>
              <a:t>1) Azure Data Factory</a:t>
            </a:r>
          </a:p>
          <a:p>
            <a:r>
              <a:rPr lang="en-IN" sz="1300" dirty="0"/>
              <a:t>        1. What is Azure Data Factory?</a:t>
            </a:r>
          </a:p>
          <a:p>
            <a:r>
              <a:rPr lang="en-IN" sz="1300" dirty="0"/>
              <a:t>        2. Azure Data Factory Architecture</a:t>
            </a:r>
          </a:p>
          <a:p>
            <a:r>
              <a:rPr lang="en-IN" sz="1300" dirty="0"/>
              <a:t>        3. Azure Data Factory Portal UI</a:t>
            </a:r>
          </a:p>
          <a:p>
            <a:r>
              <a:rPr lang="en-IN" sz="1300" dirty="0"/>
              <a:t>        4. Top-level concepts</a:t>
            </a:r>
          </a:p>
          <a:p>
            <a:r>
              <a:rPr lang="en-IN" sz="1300" dirty="0"/>
              <a:t>                     A. Pipelines</a:t>
            </a:r>
          </a:p>
          <a:p>
            <a:r>
              <a:rPr lang="en-IN" sz="1300" dirty="0"/>
              <a:t>                     B. Activities</a:t>
            </a:r>
          </a:p>
          <a:p>
            <a:r>
              <a:rPr lang="en-IN" sz="1300" dirty="0"/>
              <a:t>                     C. Linked services</a:t>
            </a:r>
          </a:p>
          <a:p>
            <a:r>
              <a:rPr lang="en-IN" sz="1300" dirty="0"/>
              <a:t>                     D. Datasets</a:t>
            </a:r>
          </a:p>
          <a:p>
            <a:r>
              <a:rPr lang="en-IN" sz="1300" dirty="0"/>
              <a:t>                     E. Triggers</a:t>
            </a:r>
          </a:p>
          <a:p>
            <a:r>
              <a:rPr lang="en-IN" sz="1300" dirty="0"/>
              <a:t>                     F. Data Flows</a:t>
            </a:r>
          </a:p>
          <a:p>
            <a:r>
              <a:rPr lang="en-IN" sz="1300" dirty="0"/>
              <a:t>                     G. Integration Runtimes</a:t>
            </a:r>
          </a:p>
          <a:p>
            <a:r>
              <a:rPr lang="en-IN" sz="1300" dirty="0"/>
              <a:t>2) Pipeline</a:t>
            </a:r>
          </a:p>
          <a:p>
            <a:r>
              <a:rPr lang="en-IN" sz="1300" dirty="0"/>
              <a:t>        1. What is a Pipeline?</a:t>
            </a:r>
          </a:p>
          <a:p>
            <a:r>
              <a:rPr lang="en-IN" sz="1300" dirty="0"/>
              <a:t>        2. Create a new pipeline</a:t>
            </a:r>
          </a:p>
          <a:p>
            <a:r>
              <a:rPr lang="en-IN" sz="1300" dirty="0"/>
              <a:t>        3. Organize pipelines into folders</a:t>
            </a:r>
          </a:p>
          <a:p>
            <a:r>
              <a:rPr lang="en-IN" sz="1300" dirty="0"/>
              <a:t>        4. Debug pipeline</a:t>
            </a:r>
          </a:p>
          <a:p>
            <a:r>
              <a:rPr lang="en-IN" sz="1300" dirty="0"/>
              <a:t>        5. Publish pipeline</a:t>
            </a:r>
          </a:p>
          <a:p>
            <a:r>
              <a:rPr lang="en-IN" sz="1300" dirty="0"/>
              <a:t>        6. Parameters / Pipeline Parameters</a:t>
            </a:r>
          </a:p>
          <a:p>
            <a:r>
              <a:rPr lang="en-IN" sz="1300" dirty="0"/>
              <a:t>3) Linked Service</a:t>
            </a:r>
          </a:p>
          <a:p>
            <a:r>
              <a:rPr lang="en-IN" sz="1300" dirty="0"/>
              <a:t>        1. What is a Linked Service?</a:t>
            </a:r>
          </a:p>
          <a:p>
            <a:r>
              <a:rPr lang="en-IN" sz="1300" dirty="0"/>
              <a:t>        2. Create a Linked Service for –</a:t>
            </a:r>
          </a:p>
          <a:p>
            <a:r>
              <a:rPr lang="en-IN" sz="1300" dirty="0"/>
              <a:t>                 A. BLOB</a:t>
            </a:r>
          </a:p>
          <a:p>
            <a:r>
              <a:rPr lang="en-IN" sz="1300" dirty="0"/>
              <a:t>                 B. SQL Database</a:t>
            </a:r>
          </a:p>
          <a:p>
            <a:r>
              <a:rPr lang="en-IN" sz="1300" dirty="0"/>
              <a:t>                 C. SQL Server</a:t>
            </a:r>
          </a:p>
          <a:p>
            <a:r>
              <a:rPr lang="en-IN" sz="1300" dirty="0"/>
              <a:t>                 D. Data Lake Storage Gen1</a:t>
            </a:r>
          </a:p>
          <a:p>
            <a:r>
              <a:rPr lang="en-IN" sz="1300" dirty="0"/>
              <a:t>                 E. Azure Data Lake Storage Gen2 etc</a:t>
            </a:r>
          </a:p>
          <a:p>
            <a:r>
              <a:rPr lang="en-IN" sz="1300" dirty="0"/>
              <a:t>        3. Parameters / Linked Service Parameterization</a:t>
            </a:r>
          </a:p>
          <a:p>
            <a:r>
              <a:rPr lang="en-IN" sz="1300" dirty="0"/>
              <a:t>4) </a:t>
            </a:r>
            <a:r>
              <a:rPr lang="en-IN" sz="1300" dirty="0" err="1"/>
              <a:t>DataSets</a:t>
            </a:r>
            <a:endParaRPr lang="en-IN" sz="1300" dirty="0"/>
          </a:p>
          <a:p>
            <a:r>
              <a:rPr lang="en-IN" sz="1300" dirty="0"/>
              <a:t>        1. What is a Data Set?</a:t>
            </a:r>
          </a:p>
          <a:p>
            <a:r>
              <a:rPr lang="en-IN" sz="1300" dirty="0"/>
              <a:t>        2. Create a Data Set for –</a:t>
            </a:r>
          </a:p>
          <a:p>
            <a:r>
              <a:rPr lang="en-IN" sz="1300" dirty="0"/>
              <a:t>                A. Avro, Binary, CSV, Excel, JSON, ORC, Parquet, XML in BLOB/ADLS Gen1/ADLS Gen2.</a:t>
            </a:r>
          </a:p>
          <a:p>
            <a:r>
              <a:rPr lang="en-IN" sz="1300" dirty="0"/>
              <a:t>                B. Table in SQL Database, SQL Server, Oracle Database etc</a:t>
            </a:r>
          </a:p>
          <a:p>
            <a:r>
              <a:rPr lang="en-IN" sz="1300" dirty="0"/>
              <a:t>       3. Parameters / Data Set Parameterization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0DD71F-2098-65E5-AC98-D3283188488D}"/>
              </a:ext>
            </a:extLst>
          </p:cNvPr>
          <p:cNvSpPr txBox="1"/>
          <p:nvPr/>
        </p:nvSpPr>
        <p:spPr>
          <a:xfrm>
            <a:off x="3274143" y="144715"/>
            <a:ext cx="308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highlight>
                  <a:srgbClr val="00FF00"/>
                </a:highlight>
              </a:rPr>
              <a:t>5) Azure Data Factory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358920-6068-C612-B8CC-9048BF2A448D}"/>
              </a:ext>
            </a:extLst>
          </p:cNvPr>
          <p:cNvSpPr txBox="1"/>
          <p:nvPr/>
        </p:nvSpPr>
        <p:spPr>
          <a:xfrm>
            <a:off x="7118554" y="78658"/>
            <a:ext cx="4945626" cy="6017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/>
              <a:t>5) Activities</a:t>
            </a:r>
          </a:p>
          <a:p>
            <a:r>
              <a:rPr lang="en-IN" sz="1300" dirty="0"/>
              <a:t>        1. Wait</a:t>
            </a:r>
          </a:p>
          <a:p>
            <a:r>
              <a:rPr lang="en-IN" sz="1300" dirty="0"/>
              <a:t>        2. Variables</a:t>
            </a:r>
          </a:p>
          <a:p>
            <a:r>
              <a:rPr lang="en-IN" sz="1300" dirty="0"/>
              <a:t>                 A. Create a variable</a:t>
            </a:r>
          </a:p>
          <a:p>
            <a:r>
              <a:rPr lang="en-IN" sz="1300" dirty="0"/>
              <a:t>                 B. Set variable</a:t>
            </a:r>
          </a:p>
          <a:p>
            <a:r>
              <a:rPr lang="en-IN" sz="1300" dirty="0"/>
              <a:t>                 C. Append variable</a:t>
            </a:r>
          </a:p>
          <a:p>
            <a:r>
              <a:rPr lang="en-IN" sz="1300" dirty="0"/>
              <a:t>        3. Copy Data</a:t>
            </a:r>
          </a:p>
          <a:p>
            <a:r>
              <a:rPr lang="en-IN" sz="1300" dirty="0"/>
              <a:t>                 A. Source, Sink, Mapping &amp; Settings</a:t>
            </a:r>
          </a:p>
          <a:p>
            <a:r>
              <a:rPr lang="en-IN" sz="1300" dirty="0"/>
              <a:t>        4. Copy file(s) from one BLOB Container to another Container</a:t>
            </a:r>
          </a:p>
          <a:p>
            <a:r>
              <a:rPr lang="en-IN" sz="1300" dirty="0"/>
              <a:t>                 A. One file from a folder</a:t>
            </a:r>
          </a:p>
          <a:p>
            <a:r>
              <a:rPr lang="en-IN" sz="1300" dirty="0"/>
              <a:t>                 B. All files from a folder</a:t>
            </a:r>
          </a:p>
          <a:p>
            <a:r>
              <a:rPr lang="en-IN" sz="1300" dirty="0"/>
              <a:t>                 C. All files and folders recursively from a folder</a:t>
            </a:r>
          </a:p>
          <a:p>
            <a:r>
              <a:rPr lang="en-IN" sz="1300" dirty="0"/>
              <a:t>        5. Copy data / file from BLOB to SQL Database / ADLS Gen2</a:t>
            </a:r>
          </a:p>
          <a:p>
            <a:r>
              <a:rPr lang="en-IN" sz="1300" dirty="0"/>
              <a:t>                 A. As CSV, TSV, Parquet, Avro, ORC etc.</a:t>
            </a:r>
          </a:p>
          <a:p>
            <a:r>
              <a:rPr lang="en-IN" sz="1300" dirty="0"/>
              <a:t>        6. Databricks Notebook</a:t>
            </a:r>
          </a:p>
          <a:p>
            <a:r>
              <a:rPr lang="en-IN" sz="1300" dirty="0"/>
              <a:t>        7. Lookup, Stored Procedure</a:t>
            </a:r>
          </a:p>
          <a:p>
            <a:r>
              <a:rPr lang="en-IN" sz="1300" dirty="0"/>
              <a:t>        8. Get Metadata, Delete</a:t>
            </a:r>
          </a:p>
          <a:p>
            <a:r>
              <a:rPr lang="en-IN" sz="1300" dirty="0"/>
              <a:t>        9. Execute Pipeline</a:t>
            </a:r>
          </a:p>
          <a:p>
            <a:r>
              <a:rPr lang="en-IN" sz="1300" dirty="0"/>
              <a:t>      10. Validation, Fail</a:t>
            </a:r>
          </a:p>
          <a:p>
            <a:r>
              <a:rPr lang="en-IN" sz="1300" dirty="0"/>
              <a:t>      11. Iteration &amp; Conditionals</a:t>
            </a:r>
          </a:p>
          <a:p>
            <a:r>
              <a:rPr lang="en-IN" sz="1300" dirty="0"/>
              <a:t>                  A. Filter, </a:t>
            </a:r>
            <a:r>
              <a:rPr lang="en-IN" sz="1300" dirty="0" err="1"/>
              <a:t>ForEach</a:t>
            </a:r>
            <a:r>
              <a:rPr lang="en-IN" sz="1300" dirty="0"/>
              <a:t>, If Condition, Switch &amp; Until</a:t>
            </a:r>
          </a:p>
          <a:p>
            <a:r>
              <a:rPr lang="en-IN" sz="1300" dirty="0"/>
              <a:t>6) What is a Trigger?</a:t>
            </a:r>
          </a:p>
          <a:p>
            <a:r>
              <a:rPr lang="en-IN" sz="1300" dirty="0"/>
              <a:t>        1. Types</a:t>
            </a:r>
          </a:p>
          <a:p>
            <a:r>
              <a:rPr lang="en-IN" sz="1300" dirty="0"/>
              <a:t>                  A. Schedule, Tumbling window &amp; Storage Events</a:t>
            </a:r>
          </a:p>
          <a:p>
            <a:r>
              <a:rPr lang="en-IN" sz="1300" dirty="0"/>
              <a:t>        2. Triggers with Parameters</a:t>
            </a:r>
          </a:p>
          <a:p>
            <a:r>
              <a:rPr lang="en-IN" sz="1200" dirty="0"/>
              <a:t>7) Integration Runtime (IR)</a:t>
            </a:r>
          </a:p>
          <a:p>
            <a:r>
              <a:rPr lang="en-IN" sz="1200" dirty="0"/>
              <a:t>         1. Azure </a:t>
            </a:r>
            <a:r>
              <a:rPr lang="en-IN" sz="1200" dirty="0" err="1"/>
              <a:t>AutoResolveIntegrationRuntime</a:t>
            </a:r>
            <a:endParaRPr lang="en-IN" sz="1200" dirty="0"/>
          </a:p>
          <a:p>
            <a:r>
              <a:rPr lang="en-IN" sz="1200" dirty="0"/>
              <a:t>         2. Azure Managed Virtual Network</a:t>
            </a:r>
          </a:p>
          <a:p>
            <a:r>
              <a:rPr lang="en-IN" sz="1200" dirty="0"/>
              <a:t>         3. Self-Hosted</a:t>
            </a:r>
          </a:p>
          <a:p>
            <a:r>
              <a:rPr lang="en-IN" sz="1200" dirty="0"/>
              <a:t>        4. Linked Self-Hosted</a:t>
            </a:r>
          </a:p>
        </p:txBody>
      </p:sp>
    </p:spTree>
    <p:extLst>
      <p:ext uri="{BB962C8B-B14F-4D97-AF65-F5344CB8AC3E}">
        <p14:creationId xmlns:p14="http://schemas.microsoft.com/office/powerpoint/2010/main" val="2458629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1FB459E-D4CC-CBC8-FCEB-57683342C58F}"/>
              </a:ext>
            </a:extLst>
          </p:cNvPr>
          <p:cNvSpPr txBox="1"/>
          <p:nvPr/>
        </p:nvSpPr>
        <p:spPr>
          <a:xfrm>
            <a:off x="176981" y="177938"/>
            <a:ext cx="216309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 8. Git configuration</a:t>
            </a:r>
          </a:p>
          <a:p>
            <a:r>
              <a:rPr lang="en-IN" sz="1400" dirty="0"/>
              <a:t>  9. ARM Template</a:t>
            </a:r>
          </a:p>
          <a:p>
            <a:r>
              <a:rPr lang="en-IN" sz="1400" dirty="0"/>
              <a:t>10. Azure </a:t>
            </a:r>
            <a:r>
              <a:rPr lang="en-IN" sz="1400" dirty="0" err="1"/>
              <a:t>Devops</a:t>
            </a:r>
            <a:r>
              <a:rPr lang="en-IN" sz="1400" dirty="0"/>
              <a:t> Repos</a:t>
            </a:r>
          </a:p>
          <a:p>
            <a:r>
              <a:rPr lang="en-IN" sz="1400" dirty="0"/>
              <a:t>11. Global parameters</a:t>
            </a:r>
          </a:p>
          <a:p>
            <a:r>
              <a:rPr lang="en-IN" sz="1400" dirty="0"/>
              <a:t>12. Monitoring ADF Jobs</a:t>
            </a:r>
          </a:p>
          <a:p>
            <a:r>
              <a:rPr lang="en-IN" sz="1400" dirty="0"/>
              <a:t>13. Alerts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B4F889-F13C-6B3C-500D-D3D748CCB36A}"/>
              </a:ext>
            </a:extLst>
          </p:cNvPr>
          <p:cNvSpPr txBox="1"/>
          <p:nvPr/>
        </p:nvSpPr>
        <p:spPr>
          <a:xfrm>
            <a:off x="157316" y="1769916"/>
            <a:ext cx="65482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14) Data Flows</a:t>
            </a:r>
          </a:p>
          <a:p>
            <a:r>
              <a:rPr lang="en-IN" sz="1400" dirty="0"/>
              <a:t>          1. What is Data Flow?</a:t>
            </a:r>
          </a:p>
          <a:p>
            <a:r>
              <a:rPr lang="en-IN" sz="1400" dirty="0"/>
              <a:t>          2. Mapping Data Flow</a:t>
            </a:r>
          </a:p>
          <a:p>
            <a:r>
              <a:rPr lang="en-IN" sz="1400" dirty="0"/>
              <a:t>          3. Data Flow Debug</a:t>
            </a:r>
          </a:p>
          <a:p>
            <a:r>
              <a:rPr lang="en-IN" sz="1400" dirty="0"/>
              <a:t>          4. Transformations</a:t>
            </a:r>
          </a:p>
          <a:p>
            <a:r>
              <a:rPr lang="en-IN" sz="1400" dirty="0"/>
              <a:t>                    A. Filter, Aggregate, Join</a:t>
            </a:r>
          </a:p>
          <a:p>
            <a:r>
              <a:rPr lang="en-IN" sz="1400" dirty="0"/>
              <a:t>                    B. Conditional Split, Derived Column</a:t>
            </a:r>
          </a:p>
          <a:p>
            <a:r>
              <a:rPr lang="en-IN" sz="1400" dirty="0"/>
              <a:t>                    C. Exists, Union, Lookup, Sort,</a:t>
            </a:r>
          </a:p>
          <a:p>
            <a:r>
              <a:rPr lang="en-IN" sz="1400" dirty="0"/>
              <a:t>                    D. </a:t>
            </a:r>
            <a:r>
              <a:rPr lang="en-IN" sz="1400" dirty="0" err="1"/>
              <a:t>GroupBy</a:t>
            </a:r>
            <a:r>
              <a:rPr lang="en-IN" sz="1400" dirty="0"/>
              <a:t>, Pivot, Unpivot, Flatten etc.</a:t>
            </a:r>
          </a:p>
          <a:p>
            <a:r>
              <a:rPr lang="en-IN" sz="1400" dirty="0"/>
              <a:t>                    E. Flatten, </a:t>
            </a:r>
            <a:r>
              <a:rPr lang="en-IN" sz="1400" dirty="0" err="1"/>
              <a:t>parase</a:t>
            </a:r>
            <a:r>
              <a:rPr lang="en-IN" sz="1400" dirty="0"/>
              <a:t>, stringify</a:t>
            </a:r>
          </a:p>
          <a:p>
            <a:r>
              <a:rPr lang="en-IN" sz="1400" dirty="0"/>
              <a:t>                    F. Filter sort, </a:t>
            </a:r>
            <a:r>
              <a:rPr lang="en-IN" sz="1400" dirty="0" err="1"/>
              <a:t>alterrow,asset</a:t>
            </a:r>
            <a:endParaRPr lang="en-IN" sz="1400" dirty="0"/>
          </a:p>
          <a:p>
            <a:r>
              <a:rPr lang="en-IN" sz="1400" dirty="0"/>
              <a:t>                   G. </a:t>
            </a:r>
            <a:r>
              <a:rPr lang="en-IN" sz="1400" dirty="0" err="1"/>
              <a:t>flowlet</a:t>
            </a:r>
            <a:endParaRPr lang="en-IN" sz="1400" dirty="0"/>
          </a:p>
          <a:p>
            <a:r>
              <a:rPr lang="en-IN" sz="1400" dirty="0"/>
              <a:t>           5. Validate Schema, Schema Drift</a:t>
            </a:r>
          </a:p>
          <a:p>
            <a:r>
              <a:rPr lang="en-IN" sz="1400" dirty="0"/>
              <a:t>           6. Remove Duplicate Rows using Mapping Data Flows in Azure Data Factory</a:t>
            </a:r>
          </a:p>
        </p:txBody>
      </p:sp>
    </p:spTree>
    <p:extLst>
      <p:ext uri="{BB962C8B-B14F-4D97-AF65-F5344CB8AC3E}">
        <p14:creationId xmlns:p14="http://schemas.microsoft.com/office/powerpoint/2010/main" val="58073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5749FD4-E248-DDE9-7707-1F6FCC639C22}"/>
              </a:ext>
            </a:extLst>
          </p:cNvPr>
          <p:cNvSpPr txBox="1"/>
          <p:nvPr/>
        </p:nvSpPr>
        <p:spPr>
          <a:xfrm>
            <a:off x="29497" y="11980"/>
            <a:ext cx="5083278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highlight>
                  <a:srgbClr val="00FF00"/>
                </a:highlight>
              </a:rPr>
              <a:t>6) Azure Databricks</a:t>
            </a:r>
          </a:p>
          <a:p>
            <a:endParaRPr lang="en-IN" sz="1200" dirty="0">
              <a:highlight>
                <a:srgbClr val="00FF00"/>
              </a:highlight>
            </a:endParaRPr>
          </a:p>
          <a:p>
            <a:r>
              <a:rPr lang="en-US" sz="1200" dirty="0"/>
              <a:t>1) Introduction to Spark</a:t>
            </a:r>
          </a:p>
          <a:p>
            <a:r>
              <a:rPr lang="en-US" sz="1200" dirty="0"/>
              <a:t>         1. Spark Architecture</a:t>
            </a:r>
          </a:p>
          <a:p>
            <a:r>
              <a:rPr lang="en-US" sz="1200" dirty="0"/>
              <a:t>2) Introduction To Databricks</a:t>
            </a:r>
          </a:p>
          <a:p>
            <a:r>
              <a:rPr lang="en-US" sz="1200" dirty="0"/>
              <a:t>         1. Databricks Architecture</a:t>
            </a:r>
          </a:p>
          <a:p>
            <a:r>
              <a:rPr lang="en-US" sz="1200" dirty="0"/>
              <a:t>         2. Working with Databricks workspace, notebook, </a:t>
            </a:r>
            <a:r>
              <a:rPr lang="en-US" sz="1200" dirty="0" err="1"/>
              <a:t>FileSystem</a:t>
            </a:r>
            <a:r>
              <a:rPr lang="en-US" sz="1200" dirty="0"/>
              <a:t> (DBFS)</a:t>
            </a:r>
          </a:p>
          <a:p>
            <a:r>
              <a:rPr lang="en-US" sz="1200" dirty="0"/>
              <a:t>         3. DBFS commands - </a:t>
            </a:r>
            <a:r>
              <a:rPr lang="en-US" sz="1200" dirty="0" err="1"/>
              <a:t>mkdirs</a:t>
            </a:r>
            <a:r>
              <a:rPr lang="en-US" sz="1200" dirty="0"/>
              <a:t> , cp , mv , head, put, rm , </a:t>
            </a:r>
            <a:r>
              <a:rPr lang="en-US" sz="1200" dirty="0" err="1"/>
              <a:t>rmdir</a:t>
            </a:r>
            <a:endParaRPr lang="en-US" sz="1200" dirty="0"/>
          </a:p>
          <a:p>
            <a:r>
              <a:rPr lang="en-US" sz="1200" dirty="0"/>
              <a:t>         4. How to process, archive &amp; handle multiple files in DBFS</a:t>
            </a:r>
          </a:p>
          <a:p>
            <a:r>
              <a:rPr lang="en-US" sz="1200" dirty="0"/>
              <a:t>3) RDD Programming</a:t>
            </a:r>
          </a:p>
          <a:p>
            <a:r>
              <a:rPr lang="en-US" sz="1200" dirty="0"/>
              <a:t>4) Operations on RDD</a:t>
            </a:r>
          </a:p>
          <a:p>
            <a:r>
              <a:rPr lang="en-US" sz="1200" dirty="0"/>
              <a:t>         a) Transformations: Narrow &amp; Wide</a:t>
            </a:r>
          </a:p>
          <a:p>
            <a:r>
              <a:rPr lang="en-US" sz="1200" dirty="0"/>
              <a:t>         b). Actions</a:t>
            </a:r>
          </a:p>
          <a:p>
            <a:r>
              <a:rPr lang="en-US" sz="1200" dirty="0"/>
              <a:t>5) Broadcast variables</a:t>
            </a:r>
          </a:p>
          <a:p>
            <a:r>
              <a:rPr lang="en-IN" sz="1200" dirty="0"/>
              <a:t>6) Databricks- Handle multiple file formats</a:t>
            </a:r>
          </a:p>
          <a:p>
            <a:r>
              <a:rPr lang="en-IN" sz="1200" dirty="0"/>
              <a:t>        1. CSV Data</a:t>
            </a:r>
          </a:p>
          <a:p>
            <a:r>
              <a:rPr lang="en-IN" sz="1200" dirty="0"/>
              <a:t>        2. JSON Data</a:t>
            </a:r>
          </a:p>
          <a:p>
            <a:r>
              <a:rPr lang="en-IN" sz="1200" dirty="0"/>
              <a:t>        3. parquet files</a:t>
            </a:r>
          </a:p>
          <a:p>
            <a:r>
              <a:rPr lang="en-IN" sz="1200" dirty="0"/>
              <a:t>        4. Excel files</a:t>
            </a:r>
          </a:p>
          <a:p>
            <a:r>
              <a:rPr lang="en-IN" sz="1200" dirty="0"/>
              <a:t>7) Databricks Cluster Management</a:t>
            </a:r>
          </a:p>
          <a:p>
            <a:r>
              <a:rPr lang="en-IN" sz="1200" dirty="0"/>
              <a:t>        1. Creating and configuring clusters</a:t>
            </a:r>
          </a:p>
          <a:p>
            <a:r>
              <a:rPr lang="en-IN" sz="1200" dirty="0"/>
              <a:t>        2. Managing, Starting, Terminating &amp; Delete Clusters</a:t>
            </a:r>
          </a:p>
          <a:p>
            <a:r>
              <a:rPr lang="en-IN" sz="1200" dirty="0"/>
              <a:t>8) Types of Clusters</a:t>
            </a:r>
          </a:p>
          <a:p>
            <a:r>
              <a:rPr lang="en-IN" sz="1200" dirty="0"/>
              <a:t>       1. All </a:t>
            </a:r>
            <a:r>
              <a:rPr lang="en-IN" sz="1200" dirty="0" err="1"/>
              <a:t>pupose</a:t>
            </a:r>
            <a:r>
              <a:rPr lang="en-IN" sz="1200" dirty="0"/>
              <a:t> clusters, Job cluster</a:t>
            </a:r>
          </a:p>
          <a:p>
            <a:r>
              <a:rPr lang="en-IN" sz="1200" dirty="0"/>
              <a:t>       3. Clusters Mode</a:t>
            </a:r>
          </a:p>
          <a:p>
            <a:r>
              <a:rPr lang="en-IN" sz="1200" dirty="0"/>
              <a:t>               a. Standard</a:t>
            </a:r>
          </a:p>
          <a:p>
            <a:r>
              <a:rPr lang="en-IN" sz="1200" dirty="0"/>
              <a:t>               b. High Concurrency</a:t>
            </a:r>
          </a:p>
          <a:p>
            <a:r>
              <a:rPr lang="en-IN" sz="1200" dirty="0"/>
              <a:t>               c. </a:t>
            </a:r>
            <a:r>
              <a:rPr lang="en-IN" sz="1200" dirty="0" err="1"/>
              <a:t>Autoscalling</a:t>
            </a:r>
            <a:endParaRPr lang="en-IN" sz="1200" dirty="0"/>
          </a:p>
          <a:p>
            <a:r>
              <a:rPr lang="en-IN" sz="1200" dirty="0"/>
              <a:t>9) Databricks – Batch Processing</a:t>
            </a:r>
          </a:p>
          <a:p>
            <a:r>
              <a:rPr lang="en-IN" sz="1200" dirty="0"/>
              <a:t>       1. Historical &amp; Incremental Data load</a:t>
            </a:r>
          </a:p>
          <a:p>
            <a:r>
              <a:rPr lang="en-IN" sz="1200" dirty="0"/>
              <a:t>       2. Date Transformations</a:t>
            </a:r>
          </a:p>
          <a:p>
            <a:r>
              <a:rPr lang="en-IN" sz="1200" dirty="0"/>
              <a:t>       3. Aggregations</a:t>
            </a:r>
          </a:p>
          <a:p>
            <a:r>
              <a:rPr lang="en-IN" sz="1200" dirty="0"/>
              <a:t>       4. Join Operations</a:t>
            </a:r>
          </a:p>
          <a:p>
            <a:r>
              <a:rPr lang="en-IN" sz="1200" dirty="0"/>
              <a:t>       5. window functions</a:t>
            </a:r>
          </a:p>
          <a:p>
            <a:r>
              <a:rPr lang="en-IN" sz="1200" dirty="0"/>
              <a:t>       6. union operations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7A4317-DE69-2CC6-B4EA-6B70205DD949}"/>
              </a:ext>
            </a:extLst>
          </p:cNvPr>
          <p:cNvSpPr txBox="1"/>
          <p:nvPr/>
        </p:nvSpPr>
        <p:spPr>
          <a:xfrm>
            <a:off x="5311877" y="49160"/>
            <a:ext cx="6100916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10) Databricks Integration with</a:t>
            </a:r>
          </a:p>
          <a:p>
            <a:r>
              <a:rPr lang="en-IN" sz="1400" dirty="0"/>
              <a:t>            1. Blob </a:t>
            </a:r>
            <a:r>
              <a:rPr lang="en-IN" sz="1400" dirty="0" err="1"/>
              <a:t>strorage</a:t>
            </a:r>
            <a:r>
              <a:rPr lang="en-IN" sz="1400" dirty="0"/>
              <a:t> storage</a:t>
            </a:r>
          </a:p>
          <a:p>
            <a:r>
              <a:rPr lang="en-IN" sz="1400" dirty="0"/>
              <a:t>            2. Azure </a:t>
            </a:r>
            <a:r>
              <a:rPr lang="en-IN" sz="1400" dirty="0" err="1"/>
              <a:t>Datalake</a:t>
            </a:r>
            <a:r>
              <a:rPr lang="en-IN" sz="1400" dirty="0"/>
              <a:t> storage gen2</a:t>
            </a:r>
          </a:p>
          <a:p>
            <a:r>
              <a:rPr lang="en-IN" sz="1400" dirty="0"/>
              <a:t>            3. Azure SQL Database</a:t>
            </a:r>
          </a:p>
          <a:p>
            <a:r>
              <a:rPr lang="en-IN" sz="1400" dirty="0"/>
              <a:t>            4. Azure </a:t>
            </a:r>
            <a:r>
              <a:rPr lang="en-IN" sz="1400" dirty="0" err="1"/>
              <a:t>Keyvault</a:t>
            </a:r>
            <a:endParaRPr lang="en-IN" sz="1400" dirty="0"/>
          </a:p>
          <a:p>
            <a:r>
              <a:rPr lang="en-IN" sz="1400" dirty="0"/>
              <a:t>11) Databricks – Lakehouse (Delta Lake)</a:t>
            </a:r>
          </a:p>
          <a:p>
            <a:r>
              <a:rPr lang="en-IN" sz="1400" dirty="0"/>
              <a:t>            1. Difference between Data lake and Delta Lake</a:t>
            </a:r>
          </a:p>
          <a:p>
            <a:r>
              <a:rPr lang="en-IN" sz="1400" dirty="0"/>
              <a:t>            2. How to create delta table</a:t>
            </a:r>
          </a:p>
          <a:p>
            <a:r>
              <a:rPr lang="en-IN" sz="1400" dirty="0"/>
              <a:t>            3. How to DML operations in Delta Table</a:t>
            </a:r>
          </a:p>
          <a:p>
            <a:r>
              <a:rPr lang="en-IN" sz="1400" dirty="0"/>
              <a:t>            4. Merge statements</a:t>
            </a:r>
          </a:p>
          <a:p>
            <a:r>
              <a:rPr lang="en-IN" sz="1400" dirty="0"/>
              <a:t>            5. Handling SCD Type1 and Type2</a:t>
            </a:r>
          </a:p>
          <a:p>
            <a:r>
              <a:rPr lang="en-US" sz="1400" dirty="0"/>
              <a:t>12) Delta Lake: Medallion Architecture</a:t>
            </a:r>
          </a:p>
          <a:p>
            <a:r>
              <a:rPr lang="en-US" sz="1400" dirty="0"/>
              <a:t>            1. Implement the Bronze Layer (Raw Data)</a:t>
            </a:r>
          </a:p>
          <a:p>
            <a:r>
              <a:rPr lang="en-US" sz="1400" dirty="0"/>
              <a:t>            2. Implement the Silver Layer (Cleansed &amp; Transformed Data)</a:t>
            </a:r>
          </a:p>
          <a:p>
            <a:r>
              <a:rPr lang="en-US" sz="1400" dirty="0"/>
              <a:t>            3. Implement the Gold Layer (Curated, Business-Ready Data)</a:t>
            </a:r>
          </a:p>
          <a:p>
            <a:r>
              <a:rPr lang="en-US" sz="1400" dirty="0"/>
              <a:t>13) Workflows in Databricks</a:t>
            </a:r>
          </a:p>
          <a:p>
            <a:r>
              <a:rPr lang="en-US" sz="1400" dirty="0"/>
              <a:t>            1. Introduction to workflows</a:t>
            </a:r>
          </a:p>
          <a:p>
            <a:r>
              <a:rPr lang="en-US" sz="1400" dirty="0"/>
              <a:t>            2. Create, run and manage Databricks jobs</a:t>
            </a:r>
          </a:p>
          <a:p>
            <a:r>
              <a:rPr lang="en-US" sz="1400" dirty="0"/>
              <a:t>            3. Schedule Databricks jobs</a:t>
            </a:r>
          </a:p>
          <a:p>
            <a:r>
              <a:rPr lang="en-US" sz="1400" dirty="0"/>
              <a:t>            4. Monitor Databricks Jobs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64133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1B13E-9072-5A13-03A2-0B05B2A13F97}"/>
              </a:ext>
            </a:extLst>
          </p:cNvPr>
          <p:cNvSpPr txBox="1"/>
          <p:nvPr/>
        </p:nvSpPr>
        <p:spPr>
          <a:xfrm>
            <a:off x="91440" y="82296"/>
            <a:ext cx="8921225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highlight>
                  <a:srgbClr val="00FF00"/>
                </a:highlight>
              </a:rPr>
              <a:t>7) </a:t>
            </a:r>
            <a:r>
              <a:rPr lang="en-US" sz="1600" b="1" dirty="0" err="1">
                <a:highlight>
                  <a:srgbClr val="00FF00"/>
                </a:highlight>
              </a:rPr>
              <a:t>PySpark</a:t>
            </a:r>
            <a:endParaRPr lang="en-US" sz="1600" b="1" dirty="0">
              <a:highlight>
                <a:srgbClr val="00FF00"/>
              </a:highlight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How to read &amp; write different file formats (csv, parquet, </a:t>
            </a:r>
            <a:r>
              <a:rPr lang="en-US" sz="1400" dirty="0" err="1"/>
              <a:t>json</a:t>
            </a:r>
            <a:r>
              <a:rPr lang="en-US" sz="14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Creating </a:t>
            </a:r>
            <a:r>
              <a:rPr lang="en-US" sz="1400" dirty="0" err="1"/>
              <a:t>dataframe</a:t>
            </a:r>
            <a:r>
              <a:rPr lang="en-US" sz="1400" dirty="0"/>
              <a:t> with schema ( Schema Enforcement and Evolution)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Common </a:t>
            </a:r>
            <a:r>
              <a:rPr lang="en-US" sz="1400" dirty="0" err="1"/>
              <a:t>dataframe</a:t>
            </a:r>
            <a:r>
              <a:rPr lang="en-US" sz="1400" dirty="0"/>
              <a:t> operations: select, </a:t>
            </a:r>
            <a:r>
              <a:rPr lang="en-US" sz="1400" dirty="0" err="1"/>
              <a:t>withColumn</a:t>
            </a:r>
            <a:r>
              <a:rPr lang="en-US" sz="1400" dirty="0"/>
              <a:t>, add, modify, rename, sort, filter &amp; drop columns.</a:t>
            </a:r>
          </a:p>
          <a:p>
            <a:pPr marL="285750" indent="-285750">
              <a:buFontTx/>
              <a:buChar char="-"/>
            </a:pPr>
            <a:r>
              <a:rPr lang="en-US" sz="1400" dirty="0" err="1"/>
              <a:t>Dataframe</a:t>
            </a:r>
            <a:r>
              <a:rPr lang="en-US" sz="1400" dirty="0"/>
              <a:t> functions (show, display, count, limit, collect)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Identify and Remove duplicates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Combine </a:t>
            </a:r>
            <a:r>
              <a:rPr lang="en-US" sz="1400" dirty="0" err="1"/>
              <a:t>dataframes</a:t>
            </a: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Window functions (first, last, max, min, </a:t>
            </a:r>
            <a:r>
              <a:rPr lang="en-US" sz="1400" dirty="0" err="1"/>
              <a:t>row_number</a:t>
            </a:r>
            <a:r>
              <a:rPr lang="en-US" sz="1400" dirty="0"/>
              <a:t>, </a:t>
            </a:r>
            <a:r>
              <a:rPr lang="en-US" sz="1400" dirty="0" err="1"/>
              <a:t>groupBy</a:t>
            </a:r>
            <a:r>
              <a:rPr lang="en-US" sz="1400" dirty="0"/>
              <a:t> &amp; aggregation)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Identify &amp; fill null’s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Date &amp; timestamp functions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How to convert data types?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Working with data formats (</a:t>
            </a:r>
            <a:r>
              <a:rPr lang="en-US" sz="1400" dirty="0" err="1"/>
              <a:t>StructType</a:t>
            </a:r>
            <a:r>
              <a:rPr lang="en-US" sz="1400" dirty="0"/>
              <a:t>, Map Type, Array, JSON &amp; AVRO) and functions to handle these formats.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Set operators (except, </a:t>
            </a:r>
            <a:r>
              <a:rPr lang="en-US" sz="1400" dirty="0" err="1"/>
              <a:t>exceptAll</a:t>
            </a:r>
            <a:r>
              <a:rPr lang="en-US" sz="1400" dirty="0"/>
              <a:t>, subtract, union, union all, </a:t>
            </a:r>
            <a:r>
              <a:rPr lang="en-US" sz="1400" dirty="0" err="1"/>
              <a:t>unionByName</a:t>
            </a:r>
            <a:r>
              <a:rPr lang="en-US" sz="14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String functions (split, substring, locate, translate)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Partioning and bucketing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Joins (Inner, left, right, cross join, broadcast join)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Create temp views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Managed and External tables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Time travel, Vacuum &amp; ZORDER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SCD type 1 &amp; 2 (Full and Incremental Load)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56224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6095FE-83C4-3D31-4F6F-8C635C94E702}"/>
              </a:ext>
            </a:extLst>
          </p:cNvPr>
          <p:cNvSpPr txBox="1"/>
          <p:nvPr/>
        </p:nvSpPr>
        <p:spPr>
          <a:xfrm>
            <a:off x="276606" y="399211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highlight>
                  <a:srgbClr val="00FF00"/>
                </a:highlight>
              </a:rPr>
              <a:t>8) PROJECT</a:t>
            </a:r>
          </a:p>
          <a:p>
            <a:r>
              <a:rPr lang="en-US" sz="1400" dirty="0"/>
              <a:t>- END TO END Project Implementation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956606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1164</TotalTime>
  <Words>1595</Words>
  <Application>Microsoft Office PowerPoint</Application>
  <PresentationFormat>Widescreen</PresentationFormat>
  <Paragraphs>229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Suresh</dc:creator>
  <cp:lastModifiedBy>A Suresh</cp:lastModifiedBy>
  <cp:revision>1</cp:revision>
  <dcterms:created xsi:type="dcterms:W3CDTF">2025-10-04T16:48:07Z</dcterms:created>
  <dcterms:modified xsi:type="dcterms:W3CDTF">2025-12-15T18:27:49Z</dcterms:modified>
</cp:coreProperties>
</file>