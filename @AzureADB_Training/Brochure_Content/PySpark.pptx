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4279A7-C30A-43E0-A27B-082A7B384634}" v="1" dt="2025-10-05T17:32:45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F04279A7-C30A-43E0-A27B-082A7B384634}"/>
    <pc:docChg chg="undo custSel addSld modSld">
      <pc:chgData name="A Suresh" userId="04a47b5c-286d-4451-a903-e2334e9230bd" providerId="ADAL" clId="{F04279A7-C30A-43E0-A27B-082A7B384634}" dt="2025-10-05T17:33:00.989" v="68" actId="1037"/>
      <pc:docMkLst>
        <pc:docMk/>
      </pc:docMkLst>
      <pc:sldChg chg="addSp delSp modSp new mod">
        <pc:chgData name="A Suresh" userId="04a47b5c-286d-4451-a903-e2334e9230bd" providerId="ADAL" clId="{F04279A7-C30A-43E0-A27B-082A7B384634}" dt="2025-10-05T17:33:00.989" v="68" actId="1037"/>
        <pc:sldMkLst>
          <pc:docMk/>
          <pc:sldMk cId="1283604135" sldId="256"/>
        </pc:sldMkLst>
        <pc:spChg chg="del">
          <ac:chgData name="A Suresh" userId="04a47b5c-286d-4451-a903-e2334e9230bd" providerId="ADAL" clId="{F04279A7-C30A-43E0-A27B-082A7B384634}" dt="2025-10-05T17:31:37.036" v="1" actId="478"/>
          <ac:spMkLst>
            <pc:docMk/>
            <pc:sldMk cId="1283604135" sldId="256"/>
            <ac:spMk id="2" creationId="{8961CEDF-77C4-7D2D-8BE3-5513D38759E2}"/>
          </ac:spMkLst>
        </pc:spChg>
        <pc:spChg chg="del">
          <ac:chgData name="A Suresh" userId="04a47b5c-286d-4451-a903-e2334e9230bd" providerId="ADAL" clId="{F04279A7-C30A-43E0-A27B-082A7B384634}" dt="2025-10-05T17:31:37.036" v="1" actId="478"/>
          <ac:spMkLst>
            <pc:docMk/>
            <pc:sldMk cId="1283604135" sldId="256"/>
            <ac:spMk id="3" creationId="{357238B9-BF09-1FC9-676A-1A00CF2B9251}"/>
          </ac:spMkLst>
        </pc:spChg>
        <pc:spChg chg="add del">
          <ac:chgData name="A Suresh" userId="04a47b5c-286d-4451-a903-e2334e9230bd" providerId="ADAL" clId="{F04279A7-C30A-43E0-A27B-082A7B384634}" dt="2025-10-05T17:31:41.993" v="3" actId="22"/>
          <ac:spMkLst>
            <pc:docMk/>
            <pc:sldMk cId="1283604135" sldId="256"/>
            <ac:spMk id="5" creationId="{012291CD-CD3A-56E8-3440-4A09D22703AD}"/>
          </ac:spMkLst>
        </pc:spChg>
        <pc:spChg chg="add mod">
          <ac:chgData name="A Suresh" userId="04a47b5c-286d-4451-a903-e2334e9230bd" providerId="ADAL" clId="{F04279A7-C30A-43E0-A27B-082A7B384634}" dt="2025-10-05T17:33:00.989" v="68" actId="1037"/>
          <ac:spMkLst>
            <pc:docMk/>
            <pc:sldMk cId="1283604135" sldId="256"/>
            <ac:spMk id="7" creationId="{30D5F0E5-DB70-A084-D2C7-E7E991DEBFC0}"/>
          </ac:spMkLst>
        </pc:spChg>
        <pc:spChg chg="add mod">
          <ac:chgData name="A Suresh" userId="04a47b5c-286d-4451-a903-e2334e9230bd" providerId="ADAL" clId="{F04279A7-C30A-43E0-A27B-082A7B384634}" dt="2025-10-05T17:32:55.693" v="58" actId="1037"/>
          <ac:spMkLst>
            <pc:docMk/>
            <pc:sldMk cId="1283604135" sldId="256"/>
            <ac:spMk id="9" creationId="{71A145FC-7315-491A-CA12-4EFBAA22F2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1658-913A-879C-9273-05E0D53D1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03DA7-F1EC-3B58-D71B-E5174D10C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5F08A-668E-3DBC-1F60-1E6E5673B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A1030-8F6C-E4C3-1F7B-13E10D3B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45FF6-17D2-A508-412D-F2C15B9D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71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48F0E-21B4-3DD3-1EB7-ECA90F86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681FD-2BF8-A718-CFCF-245F9818A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D0D5C-42C9-7DA5-3AB8-5D53FF2A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6B9-2763-35CF-5517-A7443ACC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46F08-14F7-809A-2685-528B42D3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689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ADFF-192E-8A94-CFD0-9555442C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EBE5C-3759-BBFD-A3E4-8BC8F7552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6B019-9F8C-FC96-FCBE-D6F65F4C7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CBDB-144C-6649-2649-12B4E085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F6445-FD25-9E73-AE96-73F702EB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453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DEF4-A4EF-9AE4-3FF5-AD7536B1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E5277-8169-DB71-F952-CD2DCB6AA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CB7AE-FD2D-045E-B1AC-C8383AF3F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CF6E7-FF2D-CC67-DA8E-2418869E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CFFD2-392D-7282-9A36-B482C581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DB28D-F601-66A4-3978-8815EA37C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347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E792-7B8C-81CD-090E-094C6943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64B86-29C7-AD5B-F0B4-52C55549E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14370-6659-09BC-3C3E-910A6B03E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C18802-448E-3D52-BC0A-C9AC7DC23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F391E-DB6E-6D04-B29A-7CAC046C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0D3850-BFDE-279F-6F13-A50C2151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CE3EA-04F6-BF98-E06A-75D04549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F770DD-E8ED-AD32-A085-806477C1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9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00A2-4204-9D84-CC52-90B6778D3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09F88-57B4-97B9-AB35-A0EDDE63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8AA96-C99F-5A99-5CB2-6955A7BD6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F3452-54C8-D7AC-64BD-985D1E49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037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4B3882-1974-09E1-C08F-73F3B8F2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45CA8-6ABE-BB26-AE6B-7E973F49A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93DD1-AFA0-B719-51BC-464015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31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EBA3-8CF5-0F2E-13DB-0D3986FF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1139B-E977-8C8A-3448-A37AB9F4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14997-081A-782D-6E53-396DDE865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C3BB7-26F9-36F1-BE1F-9F71561E4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1CF2F-AC34-64FC-75F4-EA002C6C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C1113-545E-8AE4-7F4A-81EEA48A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5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3D9DF-851F-9F42-B09A-DDD20D4E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4232D-3B20-A60F-6DFD-68365506D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04092-C9C6-0467-3E38-299C55840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4490A-448C-1BF8-3000-3C370856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6A543-7B32-31B9-1F33-577B08CB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D3583-90CC-87B0-A110-90C6C357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29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31578-793D-8189-8BE2-A45DF825E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CD239-1E83-98AE-61A1-955F081D6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E6405-9231-E16F-603B-C7EAACBB4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B1D4C-76F0-4605-FA0F-BF864766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7701E-9C7E-6724-6B08-083A12F5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65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E665D-903F-1781-CD5B-4AC9F8368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3F6C8-E469-F80B-183E-7AB0F54E5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B913-3D65-68C1-9ED1-2805411ED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3C894-DD0F-AAF6-1359-352F4307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875E-61C5-BD3F-79FF-156A2531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06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4E7A2-F07C-4C3D-5126-A49D5FEF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1A613-D3A7-91AF-AA6B-2708FF712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27D84-5CA4-8DCC-41F9-A6D68676E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C2373-9968-47EB-A79E-FFEC26544CCC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2D249-A896-50B9-65AB-188D06F8D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2B7ED-2C4B-F1DA-E15A-AF30730CB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8E9CF-93FD-4169-995B-16CB1D06C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58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D5F0E5-DB70-A084-D2C7-E7E991DEBFC0}"/>
              </a:ext>
            </a:extLst>
          </p:cNvPr>
          <p:cNvSpPr txBox="1"/>
          <p:nvPr/>
        </p:nvSpPr>
        <p:spPr>
          <a:xfrm>
            <a:off x="20574" y="228279"/>
            <a:ext cx="609447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0" i="0" dirty="0">
                <a:effectLst/>
                <a:latin typeface="-apple-system"/>
              </a:rPr>
              <a:t>𝗠𝗮𝘀𝘁𝗲𝗿 𝗣𝘆𝗦𝗽𝗮𝗿𝗸 — 𝗧𝗵𝗲 𝗖𝗼𝗿𝗲 𝗘𝗻𝗴𝗶𝗻𝗲 𝗕𝗲𝗵𝗶𝗻𝗱 𝗠𝗼𝗱𝗲𝗿𝗻 𝗗𝗮𝘁𝗮 𝗘𝗻𝗴𝗶𝗻𝗲𝗲𝗿𝗶𝗻𝗴</a:t>
            </a:r>
            <a:br>
              <a:rPr lang="en-IN" sz="1100" b="0" i="0" dirty="0">
                <a:effectLst/>
                <a:latin typeface="-apple-system"/>
              </a:rPr>
            </a:b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If you want to work efficiently with massive datasets and distributed systems, </a:t>
            </a:r>
            <a:r>
              <a:rPr lang="en-IN" sz="1100" b="0" i="0" dirty="0" err="1">
                <a:effectLst/>
                <a:latin typeface="-apple-system"/>
              </a:rPr>
              <a:t>PySpark</a:t>
            </a:r>
            <a:r>
              <a:rPr lang="en-IN" sz="1100" b="0" i="0" dirty="0">
                <a:effectLst/>
                <a:latin typeface="-apple-system"/>
              </a:rPr>
              <a:t> is a must-have skill. Here’s a complete roadmap to strengthen your </a:t>
            </a:r>
            <a:r>
              <a:rPr lang="en-IN" sz="1100" b="0" i="0" dirty="0" err="1">
                <a:effectLst/>
                <a:latin typeface="-apple-system"/>
              </a:rPr>
              <a:t>PySpark</a:t>
            </a:r>
            <a:r>
              <a:rPr lang="en-IN" sz="1100" b="0" i="0" dirty="0">
                <a:effectLst/>
                <a:latin typeface="-apple-system"/>
              </a:rPr>
              <a:t> foundation and move toward production-grade expertise 👇</a:t>
            </a:r>
            <a:br>
              <a:rPr lang="en-IN" sz="1100" b="0" i="0" dirty="0">
                <a:effectLst/>
                <a:latin typeface="-apple-system"/>
              </a:rPr>
            </a:b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𝗟𝗲𝗮𝗿𝗻 𝗧𝗵𝗶𝘀 𝗖𝗼𝗻𝗰𝗲𝗽𝘁 𝘁𝗼 𝗯𝗲 𝗽𝗿𝗼𝗳𝗶𝗰𝗶𝗲𝗻𝘁 𝗶𝗻 𝗣𝘆𝗦𝗽𝗮𝗿𝗸.</a:t>
            </a:r>
            <a:br>
              <a:rPr lang="en-IN" sz="1100" b="0" i="0" dirty="0">
                <a:effectLst/>
                <a:latin typeface="-apple-system"/>
              </a:rPr>
            </a:b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𝗕𝗮𝘀𝗶𝗰𝘀 𝗼𝗳 𝗣𝘆𝗦𝗽𝗮𝗿𝗸: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</a:t>
            </a:r>
            <a:r>
              <a:rPr lang="en-IN" sz="1100" b="0" i="0" dirty="0" err="1">
                <a:effectLst/>
                <a:latin typeface="-apple-system"/>
              </a:rPr>
              <a:t>PySpark</a:t>
            </a:r>
            <a:r>
              <a:rPr lang="en-IN" sz="1100" b="0" i="0" dirty="0">
                <a:effectLst/>
                <a:latin typeface="-apple-system"/>
              </a:rPr>
              <a:t> Architecture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</a:t>
            </a:r>
            <a:r>
              <a:rPr lang="en-IN" sz="1100" b="0" i="0" dirty="0" err="1">
                <a:effectLst/>
                <a:latin typeface="-apple-system"/>
              </a:rPr>
              <a:t>SparkContext</a:t>
            </a:r>
            <a:r>
              <a:rPr lang="en-IN" sz="1100" b="0" i="0" dirty="0">
                <a:effectLst/>
                <a:latin typeface="-apple-system"/>
              </a:rPr>
              <a:t> and </a:t>
            </a:r>
            <a:r>
              <a:rPr lang="en-IN" sz="1100" b="0" i="0" dirty="0" err="1">
                <a:effectLst/>
                <a:latin typeface="-apple-system"/>
              </a:rPr>
              <a:t>SparkSession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RDDs (Resilient Distributed Datasets)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</a:t>
            </a:r>
            <a:r>
              <a:rPr lang="en-IN" sz="1100" b="0" i="0" dirty="0" err="1">
                <a:effectLst/>
                <a:latin typeface="-apple-system"/>
              </a:rPr>
              <a:t>DataFrames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Transformations and Actions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Lazy Evaluation</a:t>
            </a:r>
            <a:br>
              <a:rPr lang="en-IN" sz="1100" b="0" i="0" dirty="0">
                <a:effectLst/>
                <a:latin typeface="-apple-system"/>
              </a:rPr>
            </a:b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𝗣𝘆𝗦𝗽𝗮𝗿𝗸 𝗗𝗮𝘁𝗮𝗙𝗿𝗮𝗺𝗲𝘀: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Creating </a:t>
            </a:r>
            <a:r>
              <a:rPr lang="en-IN" sz="1100" b="0" i="0" dirty="0" err="1">
                <a:effectLst/>
                <a:latin typeface="-apple-system"/>
              </a:rPr>
              <a:t>DataFrames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Reading Data from CSV, JSON, Parquet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</a:t>
            </a:r>
            <a:r>
              <a:rPr lang="en-IN" sz="1100" b="0" i="0" dirty="0" err="1">
                <a:effectLst/>
                <a:latin typeface="-apple-system"/>
              </a:rPr>
              <a:t>DataFrame</a:t>
            </a:r>
            <a:r>
              <a:rPr lang="en-IN" sz="1100" b="0" i="0" dirty="0">
                <a:effectLst/>
                <a:latin typeface="-apple-system"/>
              </a:rPr>
              <a:t> Operations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Filtering, Selecting, and Aggregating Data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Joins and Merging </a:t>
            </a:r>
            <a:r>
              <a:rPr lang="en-IN" sz="1100" b="0" i="0" dirty="0" err="1">
                <a:effectLst/>
                <a:latin typeface="-apple-system"/>
              </a:rPr>
              <a:t>DataFrames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Working with Null Values</a:t>
            </a:r>
            <a:br>
              <a:rPr lang="en-IN" sz="1100" b="0" i="0" dirty="0">
                <a:effectLst/>
                <a:latin typeface="-apple-system"/>
              </a:rPr>
            </a:b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𝗣𝘆𝗦𝗽𝗮𝗿𝗸 𝗖𝗼𝗹𝘂𝗺𝗻 𝗢𝗽𝗲𝗿𝗮𝘁𝗶𝗼𝗻𝘀: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Defining and Using UDFs (User Defined Functions)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Column Operations (Select, Rename, Drop)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Handling Complex Data Types (Array, Map)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Working with Dates and Timestamps</a:t>
            </a:r>
          </a:p>
          <a:p>
            <a:endParaRPr lang="en-IN" sz="1100" dirty="0">
              <a:latin typeface="-apple-system"/>
            </a:endParaRPr>
          </a:p>
          <a:p>
            <a:r>
              <a:rPr lang="en-IN" sz="1100" b="0" i="0" dirty="0">
                <a:effectLst/>
                <a:latin typeface="-apple-system"/>
              </a:rPr>
              <a:t>𝗣𝗮𝗿𝘁𝗶𝘁𝗶𝗼𝗻𝗶𝗻𝗴 𝗮𝗻𝗱 𝗦𝗵𝘂𝗳𝗳𝗹𝗲 𝗢𝗽𝗲𝗿𝗮𝘁𝗶𝗼𝗻𝘀: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Understanding Partitions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Repartitioning and Coalescing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Managing Shuffle Operations</a:t>
            </a:r>
            <a:br>
              <a:rPr lang="en-IN" sz="1100" b="0" i="0" dirty="0">
                <a:effectLst/>
                <a:latin typeface="-apple-system"/>
              </a:rPr>
            </a:br>
            <a:r>
              <a:rPr lang="en-IN" sz="1100" b="0" i="0" dirty="0">
                <a:effectLst/>
                <a:latin typeface="-apple-system"/>
              </a:rPr>
              <a:t>- Optimizing Partition Sizes for Performance</a:t>
            </a:r>
            <a:endParaRPr lang="en-IN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A145FC-7315-491A-CA12-4EFBAA22F2B1}"/>
              </a:ext>
            </a:extLst>
          </p:cNvPr>
          <p:cNvSpPr txBox="1"/>
          <p:nvPr/>
        </p:nvSpPr>
        <p:spPr>
          <a:xfrm>
            <a:off x="6046470" y="133981"/>
            <a:ext cx="609447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i="0" dirty="0">
                <a:effectLst/>
                <a:latin typeface="-apple-system"/>
              </a:rPr>
              <a:t>𝗖𝗮𝗰𝗵𝗶𝗻𝗴 𝗮𝗻𝗱 𝗣𝗲𝗿𝘀𝗶𝘀𝘁𝗶𝗻𝗴 𝗗𝗮𝘁𝗮: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When to Cache or Persist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Memory vs Disk Caching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Checking Storage Levels</a:t>
            </a:r>
            <a:br>
              <a:rPr lang="en-IN" sz="1200" b="0" i="0" dirty="0">
                <a:effectLst/>
                <a:latin typeface="-apple-system"/>
              </a:rPr>
            </a:b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𝗣𝘆𝗦𝗽𝗮𝗿𝗸 𝗪𝗶𝘁𝗵 𝗦𝗤𝗟: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Spark SQL Introduction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Creating Temp Views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Running SQL Queries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Optimizing SQL Queries with Catalyst Optimizer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Working with Hive Tables in </a:t>
            </a:r>
            <a:r>
              <a:rPr lang="en-IN" sz="1200" b="0" i="0" dirty="0" err="1">
                <a:effectLst/>
                <a:latin typeface="-apple-system"/>
              </a:rPr>
              <a:t>PySpark</a:t>
            </a:r>
            <a:br>
              <a:rPr lang="en-IN" sz="1200" b="0" i="0" dirty="0">
                <a:effectLst/>
                <a:latin typeface="-apple-system"/>
              </a:rPr>
            </a:b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𝗪𝗼𝗿𝗸𝗶𝗻𝗴 𝘄𝗶𝘁𝗵 𝗗𝗮𝘁𝗮 𝗶𝗻 𝗣𝘆𝗦𝗽𝗮𝗿𝗸: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Data Cleaning and Preparation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Handling Missing Values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Data Normalization and Transformation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Working with Categorical Data</a:t>
            </a:r>
            <a:br>
              <a:rPr lang="en-IN" sz="1200" b="0" i="0" dirty="0">
                <a:effectLst/>
                <a:latin typeface="-apple-system"/>
              </a:rPr>
            </a:b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𝗔𝗱𝘃𝗮𝗻𝗰𝗲𝗱 𝗧𝗼𝗽𝗶𝗰𝘀 𝗶𝗻 𝗣𝘆𝗦𝗽𝗮𝗿𝗸: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Broadcasting Variables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Accumulators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</a:t>
            </a:r>
            <a:r>
              <a:rPr lang="en-IN" sz="1200" b="0" i="0" dirty="0" err="1">
                <a:effectLst/>
                <a:latin typeface="-apple-system"/>
              </a:rPr>
              <a:t>PySpark</a:t>
            </a:r>
            <a:r>
              <a:rPr lang="en-IN" sz="1200" b="0" i="0" dirty="0">
                <a:effectLst/>
                <a:latin typeface="-apple-system"/>
              </a:rPr>
              <a:t> Window Functions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</a:t>
            </a:r>
            <a:r>
              <a:rPr lang="en-IN" sz="1200" b="0" i="0" dirty="0" err="1">
                <a:effectLst/>
                <a:latin typeface="-apple-system"/>
              </a:rPr>
              <a:t>PySpark</a:t>
            </a:r>
            <a:r>
              <a:rPr lang="en-IN" sz="1200" b="0" i="0" dirty="0">
                <a:effectLst/>
                <a:latin typeface="-apple-system"/>
              </a:rPr>
              <a:t> with Machine Learning (</a:t>
            </a:r>
            <a:r>
              <a:rPr lang="en-IN" sz="1200" b="0" i="0" dirty="0" err="1">
                <a:effectLst/>
                <a:latin typeface="-apple-system"/>
              </a:rPr>
              <a:t>MLlib</a:t>
            </a:r>
            <a:r>
              <a:rPr lang="en-IN" sz="1200" b="0" i="0" dirty="0">
                <a:effectLst/>
                <a:latin typeface="-apple-system"/>
              </a:rPr>
              <a:t>)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Working with Streaming Data (Spark Streaming)</a:t>
            </a:r>
            <a:br>
              <a:rPr lang="en-IN" sz="1200" b="0" i="0" dirty="0">
                <a:effectLst/>
                <a:latin typeface="-apple-system"/>
              </a:rPr>
            </a:b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𝗣𝗲𝗿𝗳𝗼𝗿𝗺𝗮𝗻𝗰𝗲 𝗧𝘂𝗻𝗶𝗻𝗴 𝗶𝗻 𝗣𝘆𝗦𝗽𝗮𝗿𝗸: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Understanding Job, Stage, and Task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Tungsten Execution Engine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Memory Management and Garbage Collection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Tuning Parallelism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- Using Spark UI for Performance Monitoring</a:t>
            </a:r>
            <a:br>
              <a:rPr lang="en-IN" sz="1200" b="0" i="0" dirty="0">
                <a:effectLst/>
                <a:latin typeface="-apple-system"/>
              </a:rPr>
            </a:b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🔥 𝗙𝗶𝗻𝗮𝗹 𝗧𝗵𝗼𝘂𝗴𝗵𝘁:</a:t>
            </a:r>
            <a:br>
              <a:rPr lang="en-IN" sz="1200" b="0" i="0" dirty="0">
                <a:effectLst/>
                <a:latin typeface="-apple-system"/>
              </a:rPr>
            </a:br>
            <a:r>
              <a:rPr lang="en-IN" sz="1200" b="0" i="0" dirty="0">
                <a:effectLst/>
                <a:latin typeface="-apple-system"/>
              </a:rPr>
              <a:t>Once you master these </a:t>
            </a:r>
            <a:r>
              <a:rPr lang="en-IN" sz="1200" b="0" i="0" dirty="0" err="1">
                <a:effectLst/>
                <a:latin typeface="-apple-system"/>
              </a:rPr>
              <a:t>PySpark</a:t>
            </a:r>
            <a:r>
              <a:rPr lang="en-IN" sz="1200" b="0" i="0" dirty="0">
                <a:effectLst/>
                <a:latin typeface="-apple-system"/>
              </a:rPr>
              <a:t> concepts, you won’t just manipulate data — you’ll engineer distributed systems that scale effortlessly and power real-world analytics at enterprise level.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28360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-apple-system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2025-10-05T17:31:32Z</dcterms:created>
  <dcterms:modified xsi:type="dcterms:W3CDTF">2025-10-05T17:33:04Z</dcterms:modified>
</cp:coreProperties>
</file>