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6" r:id="rId4"/>
    <p:sldId id="257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4F026E-49D0-4273-A22B-66A218A7FB08}" v="32" dt="2025-10-05T10:34:50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FF4F026E-49D0-4273-A22B-66A218A7FB08}"/>
    <pc:docChg chg="undo custSel addSld modSld sldOrd">
      <pc:chgData name="A Suresh" userId="04a47b5c-286d-4451-a903-e2334e9230bd" providerId="ADAL" clId="{FF4F026E-49D0-4273-A22B-66A218A7FB08}" dt="2025-10-05T10:37:15.254" v="4329" actId="255"/>
      <pc:docMkLst>
        <pc:docMk/>
      </pc:docMkLst>
      <pc:sldChg chg="addSp delSp modSp new mod">
        <pc:chgData name="A Suresh" userId="04a47b5c-286d-4451-a903-e2334e9230bd" providerId="ADAL" clId="{FF4F026E-49D0-4273-A22B-66A218A7FB08}" dt="2025-10-05T10:34:58.044" v="4327" actId="20577"/>
        <pc:sldMkLst>
          <pc:docMk/>
          <pc:sldMk cId="1364133681" sldId="256"/>
        </pc:sldMkLst>
        <pc:spChg chg="del">
          <ac:chgData name="A Suresh" userId="04a47b5c-286d-4451-a903-e2334e9230bd" providerId="ADAL" clId="{FF4F026E-49D0-4273-A22B-66A218A7FB08}" dt="2025-10-04T16:48:13.590" v="1" actId="478"/>
          <ac:spMkLst>
            <pc:docMk/>
            <pc:sldMk cId="1364133681" sldId="256"/>
            <ac:spMk id="2" creationId="{C1098159-E5D9-848A-FAE1-FD6046B4955B}"/>
          </ac:spMkLst>
        </pc:spChg>
        <pc:spChg chg="del">
          <ac:chgData name="A Suresh" userId="04a47b5c-286d-4451-a903-e2334e9230bd" providerId="ADAL" clId="{FF4F026E-49D0-4273-A22B-66A218A7FB08}" dt="2025-10-04T16:48:13.590" v="1" actId="478"/>
          <ac:spMkLst>
            <pc:docMk/>
            <pc:sldMk cId="1364133681" sldId="256"/>
            <ac:spMk id="3" creationId="{23ECD814-66EA-85D6-53D3-96F9230B0024}"/>
          </ac:spMkLst>
        </pc:spChg>
        <pc:spChg chg="add mod">
          <ac:chgData name="A Suresh" userId="04a47b5c-286d-4451-a903-e2334e9230bd" providerId="ADAL" clId="{FF4F026E-49D0-4273-A22B-66A218A7FB08}" dt="2025-10-05T10:34:58.044" v="4327" actId="20577"/>
          <ac:spMkLst>
            <pc:docMk/>
            <pc:sldMk cId="1364133681" sldId="256"/>
            <ac:spMk id="5" creationId="{E1DCB1FD-21EB-88EF-A1BD-41B5871ABBAC}"/>
          </ac:spMkLst>
        </pc:spChg>
        <pc:spChg chg="add del">
          <ac:chgData name="A Suresh" userId="04a47b5c-286d-4451-a903-e2334e9230bd" providerId="ADAL" clId="{FF4F026E-49D0-4273-A22B-66A218A7FB08}" dt="2025-10-04T17:02:10.103" v="17" actId="478"/>
          <ac:spMkLst>
            <pc:docMk/>
            <pc:sldMk cId="1364133681" sldId="256"/>
            <ac:spMk id="7" creationId="{FB9D0A3E-D0A1-5B9A-4AAE-9398B4C29CF9}"/>
          </ac:spMkLst>
        </pc:spChg>
        <pc:spChg chg="add del mod">
          <ac:chgData name="A Suresh" userId="04a47b5c-286d-4451-a903-e2334e9230bd" providerId="ADAL" clId="{FF4F026E-49D0-4273-A22B-66A218A7FB08}" dt="2025-10-05T05:02:56.314" v="1964" actId="21"/>
          <ac:spMkLst>
            <pc:docMk/>
            <pc:sldMk cId="1364133681" sldId="256"/>
            <ac:spMk id="9" creationId="{780A7C2B-9464-6FF9-BC2C-A2FA062D2AC6}"/>
          </ac:spMkLst>
        </pc:spChg>
      </pc:sldChg>
      <pc:sldChg chg="addSp delSp modSp add mod">
        <pc:chgData name="A Suresh" userId="04a47b5c-286d-4451-a903-e2334e9230bd" providerId="ADAL" clId="{FF4F026E-49D0-4273-A22B-66A218A7FB08}" dt="2025-10-05T10:36:38.994" v="4328" actId="478"/>
        <pc:sldMkLst>
          <pc:docMk/>
          <pc:sldMk cId="1846308126" sldId="257"/>
        </pc:sldMkLst>
        <pc:spChg chg="add mod">
          <ac:chgData name="A Suresh" userId="04a47b5c-286d-4451-a903-e2334e9230bd" providerId="ADAL" clId="{FF4F026E-49D0-4273-A22B-66A218A7FB08}" dt="2025-10-04T17:39:17.854" v="790" actId="14100"/>
          <ac:spMkLst>
            <pc:docMk/>
            <pc:sldMk cId="1846308126" sldId="257"/>
            <ac:spMk id="3" creationId="{D4457C2A-2769-8EAB-02C6-C30D4B9FCF2B}"/>
          </ac:spMkLst>
        </pc:spChg>
        <pc:spChg chg="add del mod">
          <ac:chgData name="A Suresh" userId="04a47b5c-286d-4451-a903-e2334e9230bd" providerId="ADAL" clId="{FF4F026E-49D0-4273-A22B-66A218A7FB08}" dt="2025-10-05T10:36:38.994" v="4328" actId="478"/>
          <ac:spMkLst>
            <pc:docMk/>
            <pc:sldMk cId="1846308126" sldId="257"/>
            <ac:spMk id="4" creationId="{EA0B4F5A-2577-3924-262A-4648A509CEED}"/>
          </ac:spMkLst>
        </pc:spChg>
      </pc:sldChg>
      <pc:sldChg chg="addSp modSp add mod ord">
        <pc:chgData name="A Suresh" userId="04a47b5c-286d-4451-a903-e2334e9230bd" providerId="ADAL" clId="{FF4F026E-49D0-4273-A22B-66A218A7FB08}" dt="2025-10-05T08:17:58.253" v="3265" actId="6549"/>
        <pc:sldMkLst>
          <pc:docMk/>
          <pc:sldMk cId="2458629903" sldId="258"/>
        </pc:sldMkLst>
        <pc:spChg chg="add mod">
          <ac:chgData name="A Suresh" userId="04a47b5c-286d-4451-a903-e2334e9230bd" providerId="ADAL" clId="{FF4F026E-49D0-4273-A22B-66A218A7FB08}" dt="2025-10-05T08:17:58.253" v="3265" actId="6549"/>
          <ac:spMkLst>
            <pc:docMk/>
            <pc:sldMk cId="2458629903" sldId="258"/>
            <ac:spMk id="3" creationId="{09AD2D96-2CDA-E64E-E28D-3B3908671877}"/>
          </ac:spMkLst>
        </pc:spChg>
      </pc:sldChg>
      <pc:sldChg chg="addSp delSp modSp new mod">
        <pc:chgData name="A Suresh" userId="04a47b5c-286d-4451-a903-e2334e9230bd" providerId="ADAL" clId="{FF4F026E-49D0-4273-A22B-66A218A7FB08}" dt="2025-10-05T10:37:15.254" v="4329" actId="255"/>
        <pc:sldMkLst>
          <pc:docMk/>
          <pc:sldMk cId="2712139295" sldId="259"/>
        </pc:sldMkLst>
        <pc:spChg chg="del">
          <ac:chgData name="A Suresh" userId="04a47b5c-286d-4451-a903-e2334e9230bd" providerId="ADAL" clId="{FF4F026E-49D0-4273-A22B-66A218A7FB08}" dt="2025-10-04T17:15:41.720" v="170" actId="478"/>
          <ac:spMkLst>
            <pc:docMk/>
            <pc:sldMk cId="2712139295" sldId="259"/>
            <ac:spMk id="2" creationId="{28A34ABA-3CB7-4AFC-D69A-3A18BB14E50F}"/>
          </ac:spMkLst>
        </pc:spChg>
        <pc:spChg chg="del">
          <ac:chgData name="A Suresh" userId="04a47b5c-286d-4451-a903-e2334e9230bd" providerId="ADAL" clId="{FF4F026E-49D0-4273-A22B-66A218A7FB08}" dt="2025-10-04T17:15:41.720" v="170" actId="478"/>
          <ac:spMkLst>
            <pc:docMk/>
            <pc:sldMk cId="2712139295" sldId="259"/>
            <ac:spMk id="3" creationId="{653F40BA-8BEC-B7E0-8294-06FCA9BA2C85}"/>
          </ac:spMkLst>
        </pc:spChg>
        <pc:spChg chg="add mod">
          <ac:chgData name="A Suresh" userId="04a47b5c-286d-4451-a903-e2334e9230bd" providerId="ADAL" clId="{FF4F026E-49D0-4273-A22B-66A218A7FB08}" dt="2025-10-05T10:37:15.254" v="4329" actId="255"/>
          <ac:spMkLst>
            <pc:docMk/>
            <pc:sldMk cId="2712139295" sldId="259"/>
            <ac:spMk id="5" creationId="{44CB7E79-9BD1-F368-3EEB-157050F27EFD}"/>
          </ac:spMkLst>
        </pc:spChg>
      </pc:sldChg>
      <pc:sldChg chg="addSp delSp modSp new mod">
        <pc:chgData name="A Suresh" userId="04a47b5c-286d-4451-a903-e2334e9230bd" providerId="ADAL" clId="{FF4F026E-49D0-4273-A22B-66A218A7FB08}" dt="2025-10-05T10:28:28.129" v="4177" actId="20577"/>
        <pc:sldMkLst>
          <pc:docMk/>
          <pc:sldMk cId="3656224475" sldId="260"/>
        </pc:sldMkLst>
        <pc:spChg chg="del">
          <ac:chgData name="A Suresh" userId="04a47b5c-286d-4451-a903-e2334e9230bd" providerId="ADAL" clId="{FF4F026E-49D0-4273-A22B-66A218A7FB08}" dt="2025-10-04T17:27:20.534" v="249" actId="478"/>
          <ac:spMkLst>
            <pc:docMk/>
            <pc:sldMk cId="3656224475" sldId="260"/>
            <ac:spMk id="2" creationId="{7CB1CDED-B67C-8D18-FBEB-17F27054CD11}"/>
          </ac:spMkLst>
        </pc:spChg>
        <pc:spChg chg="del">
          <ac:chgData name="A Suresh" userId="04a47b5c-286d-4451-a903-e2334e9230bd" providerId="ADAL" clId="{FF4F026E-49D0-4273-A22B-66A218A7FB08}" dt="2025-10-04T17:27:20.534" v="249" actId="478"/>
          <ac:spMkLst>
            <pc:docMk/>
            <pc:sldMk cId="3656224475" sldId="260"/>
            <ac:spMk id="3" creationId="{041F7DCA-88CB-A0DA-148E-540F43E797EA}"/>
          </ac:spMkLst>
        </pc:spChg>
        <pc:spChg chg="add mod">
          <ac:chgData name="A Suresh" userId="04a47b5c-286d-4451-a903-e2334e9230bd" providerId="ADAL" clId="{FF4F026E-49D0-4273-A22B-66A218A7FB08}" dt="2025-10-05T10:28:28.129" v="4177" actId="20577"/>
          <ac:spMkLst>
            <pc:docMk/>
            <pc:sldMk cId="3656224475" sldId="260"/>
            <ac:spMk id="4" creationId="{CB91B13E-9072-5A13-03A2-0B05B2A13F97}"/>
          </ac:spMkLst>
        </pc:spChg>
        <pc:spChg chg="add del mod">
          <ac:chgData name="A Suresh" userId="04a47b5c-286d-4451-a903-e2334e9230bd" providerId="ADAL" clId="{FF4F026E-49D0-4273-A22B-66A218A7FB08}" dt="2025-10-05T07:37:52.454" v="2686" actId="21"/>
          <ac:spMkLst>
            <pc:docMk/>
            <pc:sldMk cId="3656224475" sldId="260"/>
            <ac:spMk id="6" creationId="{13C1BEEC-4704-2DC7-C814-B5A8BE1E2C29}"/>
          </ac:spMkLst>
        </pc:spChg>
      </pc:sldChg>
      <pc:sldChg chg="addSp delSp modSp new mod">
        <pc:chgData name="A Suresh" userId="04a47b5c-286d-4451-a903-e2334e9230bd" providerId="ADAL" clId="{FF4F026E-49D0-4273-A22B-66A218A7FB08}" dt="2025-10-04T17:41:21.416" v="812" actId="113"/>
        <pc:sldMkLst>
          <pc:docMk/>
          <pc:sldMk cId="956606058" sldId="261"/>
        </pc:sldMkLst>
        <pc:spChg chg="del">
          <ac:chgData name="A Suresh" userId="04a47b5c-286d-4451-a903-e2334e9230bd" providerId="ADAL" clId="{FF4F026E-49D0-4273-A22B-66A218A7FB08}" dt="2025-10-04T17:40:52.058" v="804" actId="478"/>
          <ac:spMkLst>
            <pc:docMk/>
            <pc:sldMk cId="956606058" sldId="261"/>
            <ac:spMk id="2" creationId="{4E600100-F082-E02B-D1B4-8483008A2098}"/>
          </ac:spMkLst>
        </pc:spChg>
        <pc:spChg chg="del">
          <ac:chgData name="A Suresh" userId="04a47b5c-286d-4451-a903-e2334e9230bd" providerId="ADAL" clId="{FF4F026E-49D0-4273-A22B-66A218A7FB08}" dt="2025-10-04T17:40:52.058" v="804" actId="478"/>
          <ac:spMkLst>
            <pc:docMk/>
            <pc:sldMk cId="956606058" sldId="261"/>
            <ac:spMk id="3" creationId="{4AAD55A7-AD93-00B8-A98B-BA2C953D700B}"/>
          </ac:spMkLst>
        </pc:spChg>
        <pc:spChg chg="add mod">
          <ac:chgData name="A Suresh" userId="04a47b5c-286d-4451-a903-e2334e9230bd" providerId="ADAL" clId="{FF4F026E-49D0-4273-A22B-66A218A7FB08}" dt="2025-10-04T17:41:21.416" v="812" actId="113"/>
          <ac:spMkLst>
            <pc:docMk/>
            <pc:sldMk cId="956606058" sldId="261"/>
            <ac:spMk id="5" creationId="{C16095FE-83C4-3D31-4F6F-8C635C94E702}"/>
          </ac:spMkLst>
        </pc:spChg>
      </pc:sldChg>
      <pc:sldChg chg="addSp delSp modSp new mod">
        <pc:chgData name="A Suresh" userId="04a47b5c-286d-4451-a903-e2334e9230bd" providerId="ADAL" clId="{FF4F026E-49D0-4273-A22B-66A218A7FB08}" dt="2025-10-05T07:57:14.009" v="2810" actId="1036"/>
        <pc:sldMkLst>
          <pc:docMk/>
          <pc:sldMk cId="1564887510" sldId="262"/>
        </pc:sldMkLst>
        <pc:spChg chg="del">
          <ac:chgData name="A Suresh" userId="04a47b5c-286d-4451-a903-e2334e9230bd" providerId="ADAL" clId="{FF4F026E-49D0-4273-A22B-66A218A7FB08}" dt="2025-10-05T04:33:28.524" v="814" actId="478"/>
          <ac:spMkLst>
            <pc:docMk/>
            <pc:sldMk cId="1564887510" sldId="262"/>
            <ac:spMk id="2" creationId="{A4D62292-3C6F-5385-2C6F-C6946F853F55}"/>
          </ac:spMkLst>
        </pc:spChg>
        <pc:spChg chg="del">
          <ac:chgData name="A Suresh" userId="04a47b5c-286d-4451-a903-e2334e9230bd" providerId="ADAL" clId="{FF4F026E-49D0-4273-A22B-66A218A7FB08}" dt="2025-10-05T04:33:28.524" v="814" actId="478"/>
          <ac:spMkLst>
            <pc:docMk/>
            <pc:sldMk cId="1564887510" sldId="262"/>
            <ac:spMk id="3" creationId="{7748BDE1-264F-0B1F-5480-CB46437620A6}"/>
          </ac:spMkLst>
        </pc:spChg>
        <pc:spChg chg="add mod">
          <ac:chgData name="A Suresh" userId="04a47b5c-286d-4451-a903-e2334e9230bd" providerId="ADAL" clId="{FF4F026E-49D0-4273-A22B-66A218A7FB08}" dt="2025-10-05T07:35:53.240" v="2665" actId="1035"/>
          <ac:spMkLst>
            <pc:docMk/>
            <pc:sldMk cId="1564887510" sldId="262"/>
            <ac:spMk id="4" creationId="{8F03E436-487F-A66C-EAC9-A9E0E5BB799D}"/>
          </ac:spMkLst>
        </pc:spChg>
        <pc:spChg chg="add mod">
          <ac:chgData name="A Suresh" userId="04a47b5c-286d-4451-a903-e2334e9230bd" providerId="ADAL" clId="{FF4F026E-49D0-4273-A22B-66A218A7FB08}" dt="2025-10-05T07:57:14.009" v="2810" actId="1036"/>
          <ac:spMkLst>
            <pc:docMk/>
            <pc:sldMk cId="1564887510" sldId="262"/>
            <ac:spMk id="5" creationId="{3651264B-36C4-924E-B816-20F89D575A5C}"/>
          </ac:spMkLst>
        </pc:spChg>
        <pc:spChg chg="add mod">
          <ac:chgData name="A Suresh" userId="04a47b5c-286d-4451-a903-e2334e9230bd" providerId="ADAL" clId="{FF4F026E-49D0-4273-A22B-66A218A7FB08}" dt="2025-10-05T07:57:09.458" v="2796" actId="20577"/>
          <ac:spMkLst>
            <pc:docMk/>
            <pc:sldMk cId="1564887510" sldId="262"/>
            <ac:spMk id="6" creationId="{4C77AD2D-DC3F-0597-00A6-5737BFBE9200}"/>
          </ac:spMkLst>
        </pc:spChg>
      </pc:sldChg>
      <pc:sldChg chg="new">
        <pc:chgData name="A Suresh" userId="04a47b5c-286d-4451-a903-e2334e9230bd" providerId="ADAL" clId="{FF4F026E-49D0-4273-A22B-66A218A7FB08}" dt="2025-10-05T05:03:02.914" v="1965" actId="680"/>
        <pc:sldMkLst>
          <pc:docMk/>
          <pc:sldMk cId="619455790" sldId="263"/>
        </pc:sldMkLst>
      </pc:sldChg>
      <pc:sldChg chg="addSp delSp modSp new mod">
        <pc:chgData name="A Suresh" userId="04a47b5c-286d-4451-a903-e2334e9230bd" providerId="ADAL" clId="{FF4F026E-49D0-4273-A22B-66A218A7FB08}" dt="2025-10-05T07:44:55.952" v="2715" actId="21"/>
        <pc:sldMkLst>
          <pc:docMk/>
          <pc:sldMk cId="1201504008" sldId="264"/>
        </pc:sldMkLst>
        <pc:spChg chg="del">
          <ac:chgData name="A Suresh" userId="04a47b5c-286d-4451-a903-e2334e9230bd" providerId="ADAL" clId="{FF4F026E-49D0-4273-A22B-66A218A7FB08}" dt="2025-10-05T05:03:09.162" v="1967" actId="478"/>
          <ac:spMkLst>
            <pc:docMk/>
            <pc:sldMk cId="1201504008" sldId="264"/>
            <ac:spMk id="2" creationId="{355150C0-917F-DEE5-6066-491999E23E46}"/>
          </ac:spMkLst>
        </pc:spChg>
        <pc:spChg chg="del">
          <ac:chgData name="A Suresh" userId="04a47b5c-286d-4451-a903-e2334e9230bd" providerId="ADAL" clId="{FF4F026E-49D0-4273-A22B-66A218A7FB08}" dt="2025-10-05T05:03:09.162" v="1967" actId="478"/>
          <ac:spMkLst>
            <pc:docMk/>
            <pc:sldMk cId="1201504008" sldId="264"/>
            <ac:spMk id="3" creationId="{FD6700D1-AFFD-5E63-2F41-EB4013BEF13E}"/>
          </ac:spMkLst>
        </pc:spChg>
        <pc:spChg chg="add mod">
          <ac:chgData name="A Suresh" userId="04a47b5c-286d-4451-a903-e2334e9230bd" providerId="ADAL" clId="{FF4F026E-49D0-4273-A22B-66A218A7FB08}" dt="2025-10-05T05:07:33.425" v="2140" actId="20577"/>
          <ac:spMkLst>
            <pc:docMk/>
            <pc:sldMk cId="1201504008" sldId="264"/>
            <ac:spMk id="4" creationId="{E39B8F37-5336-52AB-7035-D8C3A880B97F}"/>
          </ac:spMkLst>
        </pc:spChg>
        <pc:spChg chg="add del mod">
          <ac:chgData name="A Suresh" userId="04a47b5c-286d-4451-a903-e2334e9230bd" providerId="ADAL" clId="{FF4F026E-49D0-4273-A22B-66A218A7FB08}" dt="2025-10-05T07:44:55.952" v="2715" actId="21"/>
          <ac:spMkLst>
            <pc:docMk/>
            <pc:sldMk cId="1201504008" sldId="264"/>
            <ac:spMk id="6" creationId="{13C1BEEC-4704-2DC7-C814-B5A8BE1E2C29}"/>
          </ac:spMkLst>
        </pc:spChg>
        <pc:spChg chg="add mod">
          <ac:chgData name="A Suresh" userId="04a47b5c-286d-4451-a903-e2334e9230bd" providerId="ADAL" clId="{FF4F026E-49D0-4273-A22B-66A218A7FB08}" dt="2025-10-05T05:03:15.904" v="1969" actId="1076"/>
          <ac:spMkLst>
            <pc:docMk/>
            <pc:sldMk cId="1201504008" sldId="264"/>
            <ac:spMk id="9" creationId="{780A7C2B-9464-6FF9-BC2C-A2FA062D2AC6}"/>
          </ac:spMkLst>
        </pc:spChg>
      </pc:sldChg>
      <pc:sldChg chg="addSp delSp modSp new mod">
        <pc:chgData name="A Suresh" userId="04a47b5c-286d-4451-a903-e2334e9230bd" providerId="ADAL" clId="{FF4F026E-49D0-4273-A22B-66A218A7FB08}" dt="2025-10-05T07:50:33.755" v="2745" actId="1076"/>
        <pc:sldMkLst>
          <pc:docMk/>
          <pc:sldMk cId="2990553991" sldId="265"/>
        </pc:sldMkLst>
        <pc:spChg chg="del">
          <ac:chgData name="A Suresh" userId="04a47b5c-286d-4451-a903-e2334e9230bd" providerId="ADAL" clId="{FF4F026E-49D0-4273-A22B-66A218A7FB08}" dt="2025-10-05T07:45:01.679" v="2717" actId="478"/>
          <ac:spMkLst>
            <pc:docMk/>
            <pc:sldMk cId="2990553991" sldId="265"/>
            <ac:spMk id="2" creationId="{A3028161-FF04-53D2-50FF-7BD4A031352E}"/>
          </ac:spMkLst>
        </pc:spChg>
        <pc:spChg chg="del">
          <ac:chgData name="A Suresh" userId="04a47b5c-286d-4451-a903-e2334e9230bd" providerId="ADAL" clId="{FF4F026E-49D0-4273-A22B-66A218A7FB08}" dt="2025-10-05T07:45:01.679" v="2717" actId="478"/>
          <ac:spMkLst>
            <pc:docMk/>
            <pc:sldMk cId="2990553991" sldId="265"/>
            <ac:spMk id="3" creationId="{13CBFFF3-53C1-BDF6-1BEA-19A5A64CF523}"/>
          </ac:spMkLst>
        </pc:spChg>
        <pc:spChg chg="add mod">
          <ac:chgData name="A Suresh" userId="04a47b5c-286d-4451-a903-e2334e9230bd" providerId="ADAL" clId="{FF4F026E-49D0-4273-A22B-66A218A7FB08}" dt="2025-10-05T07:50:33.755" v="2745" actId="1076"/>
          <ac:spMkLst>
            <pc:docMk/>
            <pc:sldMk cId="2990553991" sldId="265"/>
            <ac:spMk id="5" creationId="{CC95B536-95C3-41B9-CC92-FFAE22572705}"/>
          </ac:spMkLst>
        </pc:spChg>
        <pc:spChg chg="add mod">
          <ac:chgData name="A Suresh" userId="04a47b5c-286d-4451-a903-e2334e9230bd" providerId="ADAL" clId="{FF4F026E-49D0-4273-A22B-66A218A7FB08}" dt="2025-10-05T07:45:07.094" v="2719" actId="1076"/>
          <ac:spMkLst>
            <pc:docMk/>
            <pc:sldMk cId="2990553991" sldId="265"/>
            <ac:spMk id="6" creationId="{13C1BEEC-4704-2DC7-C814-B5A8BE1E2C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A281-78CF-93E9-5C3B-82F6C0231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40455-492F-9F4A-A096-D292017DE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16CA-3972-214B-9151-EBEA86CD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79471-525B-BE16-87CB-7D105FED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5C012-58AC-A651-B38F-7EF8A155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5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9767-AB94-110A-5AFD-C65DED92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0699-3022-3E12-3602-19EB4F241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E095-6784-A762-1247-E3BE188A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E2735-F4DE-5A67-0361-40BC4E27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F15EF-F946-C8C6-D302-9F97A66A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4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665C-A3D5-0C1A-3C43-BE647E98C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E57BE-E232-98AD-F4B0-2A14D5E98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1EC0-2F83-0175-A13C-9C4EBAA5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E669A-FF3E-01E3-46F6-F3EEE5A5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8416B-D931-D8C1-2CA8-AD56E6A3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09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6187-215C-8752-BADD-B86C7850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8915-6E81-BFB4-7F8E-BD9EFBF03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0FB2-B07B-C670-FB38-34CB338C1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78962-8343-FF15-2A3D-23531B39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60CF-4EC9-3CB1-52A9-ABEE5429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D43F-53EC-3F09-893A-85FF32A5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1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4111-ECA5-F821-2B8E-54910DB4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C0990-C9F0-2C7B-51FD-0E0BEA811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5B120-4F83-E03A-515C-6DA5621FB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B8847-93A3-5E5C-BA61-47A1FF764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FBE05-AA1F-99B4-A28E-6BFA0C03C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3EBE8-8785-AB06-CBBF-AC290650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F26BF-F4C8-4B45-F041-E8768CFD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9F408-979F-706C-9713-F54E01BD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36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01A8-0233-14F8-2186-A6589691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A385E-97DD-2C03-17EA-01F69F27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B5EB5-BA68-DFB0-5417-5044BA34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A5A9D-34C1-7982-7843-2B64BBCC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57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1848F-B494-A088-0700-8ADE3C8E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BFA66-B577-D529-4544-547F2262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2BB6D-04D9-47E5-A371-CC696016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89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39AD-9EEC-37BF-BA6F-DD7FC81D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2515-94E5-EB4D-FB8D-DB175F1D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B76B-8FBE-CE5A-DE1B-50B52B9AA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83E2D-08F3-5E6D-56A1-B46459DB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D6B83-7057-5BB8-BBBA-B0D0A42E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41BE4-B422-8CA9-B3EB-749BFA23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7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F3B3-1B5B-6F02-0497-207B646B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9DDC9-EE36-448D-505D-1F37AAC24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40466-2346-F393-7DF4-D42279577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778DB-3481-C33C-A549-D5D1B001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DF291-EC6E-0A9B-0003-19F1B6B8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FA2E5-F304-8C9B-7C78-C49CDB35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45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8221-1577-235B-872B-9EB4677B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2105B-C8E3-F742-6AA0-C98C47AE5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0B14-DB6D-528B-4508-02969C24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71125-9F69-1702-71DD-B1F1CCE2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BFE4C-9946-B0AE-7F89-A69D046E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5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268A4-33BD-2139-BDAC-DDE3FF947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02403-8821-23D5-FCB9-A35BD0FC2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4328-3A5C-F84A-A4D1-ACA84479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3C9CE-10AE-3EC2-9BA1-4A0E0093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B7EB3-56C7-3BCB-50B6-3FB573A1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5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6E7B3-F5BA-A626-40B8-BD838570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F8A38-89F3-7714-BAFA-D1C7CB385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136D4-F976-5CF5-3EE3-31619B94D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C62C3-3CD2-4C26-8BC8-BC07CDAB0F91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BFC6F-02E4-EA99-5A95-6EB8E80EC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4F8C-E06A-F3B4-A31B-21489DD80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26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03E436-487F-A66C-EAC9-A9E0E5BB799D}"/>
              </a:ext>
            </a:extLst>
          </p:cNvPr>
          <p:cNvSpPr txBox="1"/>
          <p:nvPr/>
        </p:nvSpPr>
        <p:spPr>
          <a:xfrm>
            <a:off x="285750" y="297180"/>
            <a:ext cx="54291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Introduction to Azure Data Engineering</a:t>
            </a:r>
          </a:p>
          <a:p>
            <a:pPr marL="285750" indent="-285750">
              <a:buFontTx/>
              <a:buChar char="-"/>
            </a:pPr>
            <a:r>
              <a:rPr lang="en-IN" dirty="0"/>
              <a:t>Fundamentals of Data Engineering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Data Services Overview</a:t>
            </a:r>
          </a:p>
          <a:p>
            <a:pPr marL="285750" indent="-285750">
              <a:buFontTx/>
              <a:buChar char="-"/>
            </a:pPr>
            <a:r>
              <a:rPr lang="en-IN" dirty="0"/>
              <a:t>Role of Azure Data Engineer in Real-world Projects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1264B-36C4-924E-B816-20F89D575A5C}"/>
              </a:ext>
            </a:extLst>
          </p:cNvPr>
          <p:cNvSpPr txBox="1"/>
          <p:nvPr/>
        </p:nvSpPr>
        <p:spPr>
          <a:xfrm>
            <a:off x="271009" y="3496319"/>
            <a:ext cx="78946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Azure Storage &amp; Data Ingestion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Blob Storage &amp; Azure Data Lake Gen2</a:t>
            </a:r>
          </a:p>
          <a:p>
            <a:pPr marL="285750" indent="-285750">
              <a:buFontTx/>
              <a:buChar char="-"/>
            </a:pPr>
            <a:r>
              <a:rPr lang="en-IN" dirty="0"/>
              <a:t>Structured &amp; Unstructured Data Handling</a:t>
            </a:r>
          </a:p>
          <a:p>
            <a:pPr marL="285750" indent="-285750">
              <a:buFontTx/>
              <a:buChar char="-"/>
            </a:pPr>
            <a:r>
              <a:rPr lang="en-IN" dirty="0"/>
              <a:t>Batch vs Real-time Data ingestion</a:t>
            </a:r>
          </a:p>
          <a:p>
            <a:pPr marL="285750" indent="-285750">
              <a:buFontTx/>
              <a:buChar char="-"/>
            </a:pPr>
            <a:r>
              <a:rPr lang="en-IN" dirty="0"/>
              <a:t>Hands-on: Create a Data Lake &amp; upload raw datasets for further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7AD2D-DC3F-0597-00A6-5737BFBE9200}"/>
              </a:ext>
            </a:extLst>
          </p:cNvPr>
          <p:cNvSpPr txBox="1"/>
          <p:nvPr/>
        </p:nvSpPr>
        <p:spPr>
          <a:xfrm>
            <a:off x="315468" y="1792224"/>
            <a:ext cx="36322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Azure:</a:t>
            </a:r>
          </a:p>
          <a:p>
            <a:pPr marL="285750" indent="-285750">
              <a:buFontTx/>
              <a:buChar char="-"/>
            </a:pPr>
            <a:r>
              <a:rPr lang="en-IN" dirty="0"/>
              <a:t>Creating Azure Free Account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Portal Overview</a:t>
            </a:r>
          </a:p>
          <a:p>
            <a:pPr marL="285750" indent="-285750">
              <a:buFontTx/>
              <a:buChar char="-"/>
            </a:pPr>
            <a:r>
              <a:rPr lang="en-IN" dirty="0"/>
              <a:t>Creating key vault, secret scope</a:t>
            </a:r>
          </a:p>
        </p:txBody>
      </p:sp>
    </p:spTree>
    <p:extLst>
      <p:ext uri="{BB962C8B-B14F-4D97-AF65-F5344CB8AC3E}">
        <p14:creationId xmlns:p14="http://schemas.microsoft.com/office/powerpoint/2010/main" val="156488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3120-F07D-9E69-B961-FCA77355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AD2D96-2CDA-E64E-E28D-3B3908671877}"/>
              </a:ext>
            </a:extLst>
          </p:cNvPr>
          <p:cNvSpPr txBox="1"/>
          <p:nvPr/>
        </p:nvSpPr>
        <p:spPr>
          <a:xfrm>
            <a:off x="185166" y="106371"/>
            <a:ext cx="108424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Transformation with Azure Data Factory (ADF):</a:t>
            </a:r>
          </a:p>
          <a:p>
            <a:pPr marL="285750" indent="-285750">
              <a:buFontTx/>
              <a:buChar char="-"/>
            </a:pPr>
            <a:r>
              <a:rPr lang="en-IN" dirty="0"/>
              <a:t>Data Factory Overview</a:t>
            </a:r>
          </a:p>
          <a:p>
            <a:pPr marL="285750" indent="-285750">
              <a:buFontTx/>
              <a:buChar char="-"/>
            </a:pPr>
            <a:r>
              <a:rPr lang="en-IN" dirty="0"/>
              <a:t>Linked Services, Datasets &amp; Pipelines (parameterize)</a:t>
            </a:r>
          </a:p>
          <a:p>
            <a:pPr marL="285750" indent="-285750">
              <a:buFontTx/>
              <a:buChar char="-"/>
            </a:pPr>
            <a:r>
              <a:rPr lang="en-IN" dirty="0"/>
              <a:t>Mapping data flows &amp; control Flows</a:t>
            </a:r>
          </a:p>
          <a:p>
            <a:pPr marL="285750" indent="-285750">
              <a:buFontTx/>
              <a:buChar char="-"/>
            </a:pPr>
            <a:r>
              <a:rPr lang="en-IN" dirty="0"/>
              <a:t>Integration Runtime &amp; Triggers</a:t>
            </a:r>
          </a:p>
          <a:p>
            <a:pPr marL="285750" indent="-285750">
              <a:buFontTx/>
              <a:buChar char="-"/>
            </a:pPr>
            <a:r>
              <a:rPr lang="en-IN" dirty="0"/>
              <a:t>Orchestration of ETL</a:t>
            </a:r>
          </a:p>
          <a:p>
            <a:pPr marL="285750" indent="-285750">
              <a:buFontTx/>
              <a:buChar char="-"/>
            </a:pPr>
            <a:r>
              <a:rPr lang="en-IN" dirty="0"/>
              <a:t>Master Data Pipelines</a:t>
            </a:r>
          </a:p>
          <a:p>
            <a:pPr marL="285750" indent="-285750">
              <a:buFontTx/>
              <a:buChar char="-"/>
            </a:pPr>
            <a:r>
              <a:rPr lang="en-IN" dirty="0"/>
              <a:t>Copy data from ADLS to SQLDB</a:t>
            </a:r>
          </a:p>
          <a:p>
            <a:pPr marL="285750" indent="-285750">
              <a:buFontTx/>
              <a:buChar char="-"/>
            </a:pPr>
            <a:r>
              <a:rPr lang="en-IN" dirty="0"/>
              <a:t>Activity (Set Variable, Lookup, Get Metadata, For Each, IF, Filter, Switch, Script, Append Variable, Delete, Stored Procedure, etc)</a:t>
            </a:r>
          </a:p>
          <a:p>
            <a:pPr marL="285750" indent="-285750">
              <a:buFontTx/>
              <a:buChar char="-"/>
            </a:pPr>
            <a:r>
              <a:rPr lang="en-IN" dirty="0"/>
              <a:t>data flows (select, filter, derived column, conditional split, aggregate, pivot, unpivot, rank, window, union, join, exists, flatten, parse)</a:t>
            </a:r>
          </a:p>
          <a:p>
            <a:pPr marL="285750" indent="-285750">
              <a:buFontTx/>
              <a:buChar char="-"/>
            </a:pPr>
            <a:r>
              <a:rPr lang="en-IN" dirty="0"/>
              <a:t>Convert csv to </a:t>
            </a:r>
            <a:r>
              <a:rPr lang="en-IN" dirty="0" err="1"/>
              <a:t>json</a:t>
            </a:r>
            <a:r>
              <a:rPr lang="en-IN" dirty="0"/>
              <a:t>.</a:t>
            </a:r>
          </a:p>
          <a:p>
            <a:pPr marL="285750" indent="-285750">
              <a:buFontTx/>
              <a:buChar char="-"/>
            </a:pPr>
            <a:r>
              <a:rPr lang="en-IN" dirty="0"/>
              <a:t>Hands-on: Build an ETL pipeline to move data from on-premises SQL Server to Azure Data Lake</a:t>
            </a:r>
          </a:p>
        </p:txBody>
      </p:sp>
    </p:spTree>
    <p:extLst>
      <p:ext uri="{BB962C8B-B14F-4D97-AF65-F5344CB8AC3E}">
        <p14:creationId xmlns:p14="http://schemas.microsoft.com/office/powerpoint/2010/main" val="245862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DCB1FD-21EB-88EF-A1BD-41B5871ABBAC}"/>
              </a:ext>
            </a:extLst>
          </p:cNvPr>
          <p:cNvSpPr txBox="1"/>
          <p:nvPr/>
        </p:nvSpPr>
        <p:spPr>
          <a:xfrm>
            <a:off x="194310" y="159895"/>
            <a:ext cx="10522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Azure Data Bricks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Databricks Overview</a:t>
            </a:r>
          </a:p>
          <a:p>
            <a:pPr marL="285750" indent="-285750">
              <a:buFontTx/>
              <a:buChar char="-"/>
            </a:pPr>
            <a:r>
              <a:rPr lang="en-IN" dirty="0"/>
              <a:t>Accessing Azure Data Lake from Databricks (Access keys, SAS token &amp; Service principal)</a:t>
            </a:r>
          </a:p>
          <a:p>
            <a:pPr marL="285750" indent="-285750">
              <a:buFontTx/>
              <a:buChar char="-"/>
            </a:pPr>
            <a:r>
              <a:rPr lang="en-IN" dirty="0"/>
              <a:t>Mounting Data Lake Container to Databricks</a:t>
            </a:r>
          </a:p>
          <a:p>
            <a:pPr marL="285750" indent="-285750">
              <a:buFontTx/>
              <a:buChar char="-"/>
            </a:pPr>
            <a:r>
              <a:rPr lang="en-IN" dirty="0"/>
              <a:t>Create Compute / Cluster types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Databricks Workspace creation, delta tables, </a:t>
            </a:r>
          </a:p>
          <a:p>
            <a:pPr marL="285750" indent="-285750">
              <a:buFontTx/>
              <a:buChar char="-"/>
            </a:pPr>
            <a:r>
              <a:rPr lang="en-IN" dirty="0"/>
              <a:t>SQL editor, Queries, Query History &amp; Alerts</a:t>
            </a:r>
          </a:p>
          <a:p>
            <a:pPr marL="285750" indent="-285750">
              <a:buFontTx/>
              <a:buChar char="-"/>
            </a:pPr>
            <a:r>
              <a:rPr lang="en-IN" dirty="0"/>
              <a:t>Databricks Notebooks</a:t>
            </a:r>
          </a:p>
          <a:p>
            <a:pPr marL="285750" indent="-285750">
              <a:buFontTx/>
              <a:buChar char="-"/>
            </a:pPr>
            <a:r>
              <a:rPr lang="en-IN" dirty="0"/>
              <a:t>magic commands, </a:t>
            </a:r>
            <a:r>
              <a:rPr lang="en-IN" dirty="0" err="1"/>
              <a:t>databricks</a:t>
            </a:r>
            <a:r>
              <a:rPr lang="en-IN" dirty="0"/>
              <a:t> utilities (dbutils.fs.rm, </a:t>
            </a:r>
            <a:r>
              <a:rPr lang="en-IN" dirty="0" err="1"/>
              <a:t>dbutils.fs.head</a:t>
            </a:r>
            <a:r>
              <a:rPr lang="en-IN" dirty="0"/>
              <a:t>, </a:t>
            </a:r>
            <a:r>
              <a:rPr lang="en-IN" dirty="0" err="1"/>
              <a:t>dbutils.fs.mkdirs</a:t>
            </a:r>
            <a:r>
              <a:rPr lang="en-IN" dirty="0"/>
              <a:t>, </a:t>
            </a:r>
            <a:r>
              <a:rPr lang="en-IN" dirty="0" err="1"/>
              <a:t>dbutils.fs.put</a:t>
            </a:r>
            <a:r>
              <a:rPr lang="en-IN" dirty="0"/>
              <a:t>)</a:t>
            </a:r>
          </a:p>
          <a:p>
            <a:pPr marL="285750" indent="-285750">
              <a:buFontTx/>
              <a:buChar char="-"/>
            </a:pPr>
            <a:r>
              <a:rPr lang="en-IN" dirty="0"/>
              <a:t>Types of widgets (</a:t>
            </a:r>
            <a:r>
              <a:rPr lang="en-IN" dirty="0" err="1"/>
              <a:t>dbutils.widgets.text</a:t>
            </a:r>
            <a:r>
              <a:rPr lang="en-IN" dirty="0"/>
              <a:t>, </a:t>
            </a:r>
            <a:r>
              <a:rPr lang="en-IN" dirty="0" err="1"/>
              <a:t>dbutils.widgets.multiselect</a:t>
            </a:r>
            <a:r>
              <a:rPr lang="en-IN" dirty="0"/>
              <a:t>, </a:t>
            </a:r>
            <a:r>
              <a:rPr lang="en-IN" dirty="0" err="1"/>
              <a:t>dbutils.widgets.dropdown</a:t>
            </a:r>
            <a:r>
              <a:rPr lang="en-IN" dirty="0"/>
              <a:t>, </a:t>
            </a:r>
            <a:r>
              <a:rPr lang="en-IN" dirty="0" err="1"/>
              <a:t>dbutils.widgets.combobox</a:t>
            </a:r>
            <a:r>
              <a:rPr lang="en-IN" dirty="0"/>
              <a:t>)</a:t>
            </a:r>
          </a:p>
          <a:p>
            <a:pPr marL="285750" indent="-285750">
              <a:buFontTx/>
              <a:buChar char="-"/>
            </a:pPr>
            <a:r>
              <a:rPr lang="en-IN" dirty="0"/>
              <a:t>Unity </a:t>
            </a:r>
            <a:r>
              <a:rPr lang="en-IN" dirty="0" err="1"/>
              <a:t>Catalog</a:t>
            </a: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Databricks Workflows (jobs and pipelines)</a:t>
            </a:r>
          </a:p>
          <a:p>
            <a:pPr marL="285750" indent="-285750">
              <a:buFontTx/>
              <a:buChar char="-"/>
            </a:pPr>
            <a:r>
              <a:rPr lang="en-IN" dirty="0"/>
              <a:t>How to run notebook from other notebook?</a:t>
            </a:r>
          </a:p>
          <a:p>
            <a:pPr marL="285750" indent="-285750">
              <a:buFontTx/>
              <a:buChar char="-"/>
            </a:pPr>
            <a:r>
              <a:rPr lang="en-IN" dirty="0"/>
              <a:t>CI / CD</a:t>
            </a:r>
          </a:p>
          <a:p>
            <a:pPr marL="285750" indent="-285750">
              <a:buFontTx/>
              <a:buChar char="-"/>
            </a:pPr>
            <a:r>
              <a:rPr lang="en-IN" dirty="0"/>
              <a:t>Hands-on: Perform ETL on large datasets with Databricks and write results to Azure Data Lake </a:t>
            </a:r>
          </a:p>
        </p:txBody>
      </p:sp>
    </p:spTree>
    <p:extLst>
      <p:ext uri="{BB962C8B-B14F-4D97-AF65-F5344CB8AC3E}">
        <p14:creationId xmlns:p14="http://schemas.microsoft.com/office/powerpoint/2010/main" val="136413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6E3A-5A50-31B5-8EE8-5564BF7F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457C2A-2769-8EAB-02C6-C30D4B9FCF2B}"/>
              </a:ext>
            </a:extLst>
          </p:cNvPr>
          <p:cNvSpPr txBox="1"/>
          <p:nvPr/>
        </p:nvSpPr>
        <p:spPr>
          <a:xfrm>
            <a:off x="249174" y="146965"/>
            <a:ext cx="89679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Advanced version of SQL:</a:t>
            </a:r>
          </a:p>
          <a:p>
            <a:pPr marL="342900" indent="-342900">
              <a:buAutoNum type="arabicPeriod"/>
            </a:pPr>
            <a:r>
              <a:rPr lang="en-US" dirty="0"/>
              <a:t>Select </a:t>
            </a:r>
          </a:p>
          <a:p>
            <a:pPr marL="342900" indent="-342900">
              <a:buAutoNum type="arabicPeriod"/>
            </a:pPr>
            <a:r>
              <a:rPr lang="en-US" dirty="0"/>
              <a:t>Distinct </a:t>
            </a:r>
          </a:p>
          <a:p>
            <a:pPr marL="342900" indent="-342900">
              <a:buAutoNum type="arabicPeriod"/>
            </a:pPr>
            <a:r>
              <a:rPr lang="en-US" dirty="0"/>
              <a:t>IS NULL </a:t>
            </a:r>
          </a:p>
          <a:p>
            <a:pPr marL="342900" indent="-342900">
              <a:buAutoNum type="arabicPeriod"/>
            </a:pPr>
            <a:r>
              <a:rPr lang="en-US" dirty="0"/>
              <a:t>WHERE </a:t>
            </a:r>
          </a:p>
          <a:p>
            <a:pPr marL="342900" indent="-342900">
              <a:buAutoNum type="arabicPeriod"/>
            </a:pPr>
            <a:r>
              <a:rPr lang="en-US" dirty="0"/>
              <a:t>LIKE </a:t>
            </a:r>
          </a:p>
          <a:p>
            <a:pPr marL="342900" indent="-342900">
              <a:buAutoNum type="arabicPeriod"/>
            </a:pPr>
            <a:r>
              <a:rPr lang="en-US" dirty="0"/>
              <a:t>Order by </a:t>
            </a:r>
          </a:p>
          <a:p>
            <a:pPr marL="342900" indent="-342900">
              <a:buAutoNum type="arabicPeriod"/>
            </a:pPr>
            <a:r>
              <a:rPr lang="en-US" dirty="0"/>
              <a:t>Limit </a:t>
            </a:r>
          </a:p>
          <a:p>
            <a:pPr marL="342900" indent="-342900">
              <a:buAutoNum type="arabicPeriod"/>
            </a:pPr>
            <a:r>
              <a:rPr lang="en-US" dirty="0"/>
              <a:t>Case </a:t>
            </a:r>
          </a:p>
          <a:p>
            <a:pPr marL="342900" indent="-342900">
              <a:buAutoNum type="arabicPeriod"/>
            </a:pPr>
            <a:r>
              <a:rPr lang="en-US" dirty="0"/>
              <a:t>Rank and Dense Rank </a:t>
            </a:r>
          </a:p>
          <a:p>
            <a:pPr marL="342900" indent="-342900">
              <a:buAutoNum type="arabicPeriod"/>
            </a:pPr>
            <a:r>
              <a:rPr lang="en-US" dirty="0"/>
              <a:t>Union and Union all </a:t>
            </a:r>
          </a:p>
          <a:p>
            <a:pPr marL="342900" indent="-342900">
              <a:buAutoNum type="arabicPeriod"/>
            </a:pPr>
            <a:r>
              <a:rPr lang="en-US" dirty="0"/>
              <a:t>Exists </a:t>
            </a:r>
          </a:p>
          <a:p>
            <a:pPr marL="342900" indent="-342900">
              <a:buAutoNum type="arabicPeriod"/>
            </a:pPr>
            <a:r>
              <a:rPr lang="en-US" dirty="0"/>
              <a:t>Count and its variant </a:t>
            </a:r>
          </a:p>
          <a:p>
            <a:pPr marL="342900" indent="-342900">
              <a:buAutoNum type="arabicPeriod"/>
            </a:pPr>
            <a:r>
              <a:rPr lang="en-US" dirty="0"/>
              <a:t>Max, Min, Sum, Avg,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Round, </a:t>
            </a:r>
            <a:r>
              <a:rPr lang="en-US" dirty="0" err="1"/>
              <a:t>Trunc</a:t>
            </a:r>
            <a:r>
              <a:rPr lang="en-US" dirty="0"/>
              <a:t>, </a:t>
            </a:r>
            <a:r>
              <a:rPr lang="en-US" dirty="0" err="1"/>
              <a:t>Substr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Alter, Update, Delete </a:t>
            </a:r>
          </a:p>
          <a:p>
            <a:pPr marL="342900" indent="-342900">
              <a:buAutoNum type="arabicPeriod"/>
            </a:pPr>
            <a:r>
              <a:rPr lang="en-US" dirty="0"/>
              <a:t>Create, Insert</a:t>
            </a:r>
          </a:p>
          <a:p>
            <a:pPr marL="342900" indent="-342900">
              <a:buAutoNum type="arabicPeriod"/>
            </a:pPr>
            <a:r>
              <a:rPr lang="en-US" dirty="0"/>
              <a:t>And / Or  / Greater Than / Less Than</a:t>
            </a:r>
          </a:p>
          <a:p>
            <a:pPr marL="342900" indent="-342900">
              <a:buAutoNum type="arabicPeriod"/>
            </a:pPr>
            <a:r>
              <a:rPr lang="en-US" dirty="0"/>
              <a:t>Inner Join / Left and Right Outer Join / Full Outer Join / Self Join / Cross Join</a:t>
            </a:r>
          </a:p>
          <a:p>
            <a:pPr marL="342900" indent="-342900">
              <a:buAutoNum type="arabicPeriod"/>
            </a:pPr>
            <a:r>
              <a:rPr lang="en-US" dirty="0"/>
              <a:t>CTE expression</a:t>
            </a:r>
          </a:p>
          <a:p>
            <a:pPr marL="342900" indent="-342900">
              <a:buAutoNum type="arabicPeriod"/>
            </a:pPr>
            <a:r>
              <a:rPr lang="en-US" dirty="0"/>
              <a:t>Window Functions (ROLL UP / Cumulative Sum / Lead / Lag / NTILE / ROW_NUMBER</a:t>
            </a:r>
          </a:p>
        </p:txBody>
      </p:sp>
    </p:spTree>
    <p:extLst>
      <p:ext uri="{BB962C8B-B14F-4D97-AF65-F5344CB8AC3E}">
        <p14:creationId xmlns:p14="http://schemas.microsoft.com/office/powerpoint/2010/main" val="184630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CB7E79-9BD1-F368-3EEB-157050F27EFD}"/>
              </a:ext>
            </a:extLst>
          </p:cNvPr>
          <p:cNvSpPr txBox="1"/>
          <p:nvPr/>
        </p:nvSpPr>
        <p:spPr>
          <a:xfrm>
            <a:off x="221742" y="218778"/>
            <a:ext cx="74226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Python for Data Engineering:</a:t>
            </a:r>
          </a:p>
          <a:p>
            <a:endParaRPr lang="en-US" b="1" dirty="0"/>
          </a:p>
          <a:p>
            <a:pPr marL="285750" indent="-285750">
              <a:buFontTx/>
              <a:buChar char="-"/>
            </a:pPr>
            <a:r>
              <a:rPr lang="en-IN" sz="1600" dirty="0"/>
              <a:t>Introduction of Python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Installing Python IDES – Python IDLE and Anaconda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Writing Your First Python Program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Data-types in Python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Variables in Python – Declaration and Use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Typecasting in Python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Operators in Python – Assignment, Logical, Arithmetic etc.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Conditional Statements – If else and Nested If else and </a:t>
            </a:r>
            <a:r>
              <a:rPr lang="en-IN" sz="1600" dirty="0" err="1"/>
              <a:t>elif</a:t>
            </a:r>
            <a:endParaRPr lang="en-IN" sz="1600" dirty="0"/>
          </a:p>
          <a:p>
            <a:pPr marL="285750" indent="-285750">
              <a:buFontTx/>
              <a:buChar char="-"/>
            </a:pPr>
            <a:r>
              <a:rPr lang="en-IN" sz="1600" dirty="0"/>
              <a:t>Python Collections (Arrays) – List, Tuple, Sets and Dictionary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Loops in Python – For Loop, While Loop &amp; Nested Loops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String Manipulation – Basic Operations, Slicing &amp; Functions and Methods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User Defined Functions – Defining, Calling, Types of Functions, Arguments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Lambda Function</a:t>
            </a:r>
          </a:p>
        </p:txBody>
      </p:sp>
    </p:spTree>
    <p:extLst>
      <p:ext uri="{BB962C8B-B14F-4D97-AF65-F5344CB8AC3E}">
        <p14:creationId xmlns:p14="http://schemas.microsoft.com/office/powerpoint/2010/main" val="271213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1B13E-9072-5A13-03A2-0B05B2A13F97}"/>
              </a:ext>
            </a:extLst>
          </p:cNvPr>
          <p:cNvSpPr txBox="1"/>
          <p:nvPr/>
        </p:nvSpPr>
        <p:spPr>
          <a:xfrm>
            <a:off x="91440" y="82296"/>
            <a:ext cx="1130399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PySpark:</a:t>
            </a:r>
          </a:p>
          <a:p>
            <a:pPr marL="285750" indent="-285750">
              <a:buFontTx/>
              <a:buChar char="-"/>
            </a:pPr>
            <a:r>
              <a:rPr lang="en-US" dirty="0"/>
              <a:t>How to read &amp; write different file formats (csv, parquet, </a:t>
            </a:r>
            <a:r>
              <a:rPr lang="en-US" dirty="0" err="1"/>
              <a:t>json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Define schema</a:t>
            </a:r>
          </a:p>
          <a:p>
            <a:pPr marL="285750" indent="-285750">
              <a:buFontTx/>
              <a:buChar char="-"/>
            </a:pPr>
            <a:r>
              <a:rPr lang="en-US" dirty="0"/>
              <a:t>How to add, modify, rename, sort, filter &amp; drop columns in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Dataframe</a:t>
            </a:r>
            <a:r>
              <a:rPr lang="en-US" dirty="0"/>
              <a:t> functions (show, display, count, limit, collect)</a:t>
            </a:r>
          </a:p>
          <a:p>
            <a:pPr marL="285750" indent="-285750">
              <a:buFontTx/>
              <a:buChar char="-"/>
            </a:pPr>
            <a:r>
              <a:rPr lang="en-US" dirty="0"/>
              <a:t>Identify and Remove duplicates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Combine </a:t>
            </a:r>
            <a:r>
              <a:rPr lang="en-US" dirty="0" err="1"/>
              <a:t>dataframes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Window functions (first, last, max, min, </a:t>
            </a:r>
            <a:r>
              <a:rPr lang="en-US" dirty="0" err="1"/>
              <a:t>row_number</a:t>
            </a:r>
            <a:r>
              <a:rPr lang="en-US" dirty="0"/>
              <a:t>, </a:t>
            </a:r>
            <a:r>
              <a:rPr lang="en-US" dirty="0" err="1"/>
              <a:t>groupBy</a:t>
            </a:r>
            <a:r>
              <a:rPr lang="en-US" dirty="0"/>
              <a:t> &amp; aggregation)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Identify &amp; fill null’s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Date &amp; timestamp functions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How to convert data types?</a:t>
            </a:r>
          </a:p>
          <a:p>
            <a:pPr marL="285750" indent="-285750">
              <a:buFontTx/>
              <a:buChar char="-"/>
            </a:pPr>
            <a:r>
              <a:rPr lang="en-US" dirty="0"/>
              <a:t>Working with data formats (</a:t>
            </a:r>
            <a:r>
              <a:rPr lang="en-US" dirty="0" err="1"/>
              <a:t>StructType</a:t>
            </a:r>
            <a:r>
              <a:rPr lang="en-US" dirty="0"/>
              <a:t>, Map Type, Array, JSON &amp; AVRO) and functions to handle these formats.</a:t>
            </a:r>
          </a:p>
          <a:p>
            <a:pPr marL="285750" indent="-285750">
              <a:buFontTx/>
              <a:buChar char="-"/>
            </a:pPr>
            <a:r>
              <a:rPr lang="en-US" dirty="0"/>
              <a:t>Set operators (except, </a:t>
            </a:r>
            <a:r>
              <a:rPr lang="en-US" dirty="0" err="1"/>
              <a:t>exceptAll</a:t>
            </a:r>
            <a:r>
              <a:rPr lang="en-US" dirty="0"/>
              <a:t>, subtract, union, union all, </a:t>
            </a:r>
            <a:r>
              <a:rPr lang="en-US" dirty="0" err="1"/>
              <a:t>unionByName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String functions (split, substring, locate, translate)</a:t>
            </a:r>
          </a:p>
          <a:p>
            <a:pPr marL="285750" indent="-285750">
              <a:buFontTx/>
              <a:buChar char="-"/>
            </a:pPr>
            <a:r>
              <a:rPr lang="en-US" dirty="0"/>
              <a:t>Partioning and bucketing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Joins (Inner, left, right, cross join)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Create temp views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Managed and External tables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SCD type 1 &amp; 2 (Full and Incremental Load)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2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6095FE-83C4-3D31-4F6F-8C635C94E702}"/>
              </a:ext>
            </a:extLst>
          </p:cNvPr>
          <p:cNvSpPr txBox="1"/>
          <p:nvPr/>
        </p:nvSpPr>
        <p:spPr>
          <a:xfrm>
            <a:off x="276606" y="39921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REAL TIME PROJECT</a:t>
            </a:r>
          </a:p>
          <a:p>
            <a:r>
              <a:rPr lang="en-US" dirty="0"/>
              <a:t>- END TO END Project Implementation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60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0037-E680-6F8E-D642-F548A555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2BC7-72F8-8DE9-292C-00524B60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45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0A7C2B-9464-6FF9-BC2C-A2FA062D2AC6}"/>
              </a:ext>
            </a:extLst>
          </p:cNvPr>
          <p:cNvSpPr txBox="1"/>
          <p:nvPr/>
        </p:nvSpPr>
        <p:spPr>
          <a:xfrm>
            <a:off x="194310" y="190238"/>
            <a:ext cx="86022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Real-time Data Processing with Azure Stream Analytics </a:t>
            </a:r>
          </a:p>
          <a:p>
            <a:pPr marL="285750" indent="-285750">
              <a:buFontTx/>
              <a:buChar char="-"/>
            </a:pPr>
            <a:r>
              <a:rPr lang="en-IN" dirty="0"/>
              <a:t>Introduction to Stream Analytics</a:t>
            </a:r>
          </a:p>
          <a:p>
            <a:pPr marL="285750" indent="-285750">
              <a:buFontTx/>
              <a:buChar char="-"/>
            </a:pPr>
            <a:r>
              <a:rPr lang="en-IN" dirty="0"/>
              <a:t>Streaming data sources(IoT Hub, Event Hub, Kafka)</a:t>
            </a:r>
          </a:p>
          <a:p>
            <a:pPr marL="285750" indent="-285750">
              <a:buFontTx/>
              <a:buChar char="-"/>
            </a:pPr>
            <a:r>
              <a:rPr lang="en-IN" dirty="0"/>
              <a:t>Real-time Data Transformation &amp; Window Functions</a:t>
            </a:r>
          </a:p>
          <a:p>
            <a:pPr marL="285750" indent="-285750">
              <a:buFontTx/>
              <a:buChar char="-"/>
            </a:pPr>
            <a:r>
              <a:rPr lang="en-IN" dirty="0"/>
              <a:t>Output to Power BI, SQL DB &amp; Storage</a:t>
            </a:r>
          </a:p>
          <a:p>
            <a:pPr marL="285750" indent="-285750">
              <a:buFontTx/>
              <a:buChar char="-"/>
            </a:pPr>
            <a:r>
              <a:rPr lang="en-IN" dirty="0"/>
              <a:t>Hands-On: Stream IoT data into Azure SQL Database and visualize it in Power BI.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B8F37-5336-52AB-7035-D8C3A880B97F}"/>
              </a:ext>
            </a:extLst>
          </p:cNvPr>
          <p:cNvSpPr txBox="1"/>
          <p:nvPr/>
        </p:nvSpPr>
        <p:spPr>
          <a:xfrm>
            <a:off x="320040" y="2660904"/>
            <a:ext cx="43377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Data Integration and Orchestration:</a:t>
            </a:r>
          </a:p>
          <a:p>
            <a:pPr marL="285750" indent="-285750">
              <a:buFontTx/>
              <a:buChar char="-"/>
            </a:pPr>
            <a:r>
              <a:rPr lang="en-IN" dirty="0"/>
              <a:t>Azure Logic Apps</a:t>
            </a:r>
          </a:p>
          <a:p>
            <a:pPr marL="285750" indent="-285750">
              <a:buFontTx/>
              <a:buChar char="-"/>
            </a:pPr>
            <a:r>
              <a:rPr lang="en-IN" dirty="0"/>
              <a:t>Event-driven workflows</a:t>
            </a:r>
          </a:p>
          <a:p>
            <a:pPr marL="285750" indent="-285750">
              <a:buFontTx/>
              <a:buChar char="-"/>
            </a:pPr>
            <a:r>
              <a:rPr lang="en-IN" dirty="0"/>
              <a:t>Hybrid Data Integration with ADF</a:t>
            </a:r>
          </a:p>
          <a:p>
            <a:pPr marL="285750" indent="-285750">
              <a:buFontTx/>
              <a:buChar char="-"/>
            </a:pPr>
            <a:r>
              <a:rPr lang="en-IN" dirty="0"/>
              <a:t>Monitoring &amp; Troubleshooting Pipelines</a:t>
            </a:r>
          </a:p>
        </p:txBody>
      </p:sp>
    </p:spTree>
    <p:extLst>
      <p:ext uri="{BB962C8B-B14F-4D97-AF65-F5344CB8AC3E}">
        <p14:creationId xmlns:p14="http://schemas.microsoft.com/office/powerpoint/2010/main" val="1201504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C1BEEC-4704-2DC7-C814-B5A8BE1E2C29}"/>
              </a:ext>
            </a:extLst>
          </p:cNvPr>
          <p:cNvSpPr txBox="1"/>
          <p:nvPr/>
        </p:nvSpPr>
        <p:spPr>
          <a:xfrm>
            <a:off x="305753" y="181094"/>
            <a:ext cx="47234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Spark:</a:t>
            </a:r>
          </a:p>
          <a:p>
            <a:pPr marL="285750" indent="-285750">
              <a:buFontTx/>
              <a:buChar char="-"/>
            </a:pPr>
            <a:r>
              <a:rPr lang="en-IN" dirty="0"/>
              <a:t>Understand data and Spark Architectures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Spark RDD</a:t>
            </a:r>
          </a:p>
          <a:p>
            <a:pPr marL="285750" indent="-285750">
              <a:buFontTx/>
              <a:buChar char="-"/>
            </a:pPr>
            <a:r>
              <a:rPr lang="en-US" dirty="0"/>
              <a:t>Spark caching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Common Transformations and Actions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Spark Functions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Key-Value Pairs</a:t>
            </a:r>
          </a:p>
          <a:p>
            <a:pPr marL="285750" indent="-285750">
              <a:buFontTx/>
              <a:buChar char="-"/>
            </a:pPr>
            <a:r>
              <a:rPr lang="en-IN" dirty="0"/>
              <a:t>Aggregate Functions</a:t>
            </a:r>
          </a:p>
          <a:p>
            <a:pPr marL="285750" indent="-285750">
              <a:buFontTx/>
              <a:buChar char="-"/>
            </a:pPr>
            <a:r>
              <a:rPr lang="en-IN" dirty="0"/>
              <a:t>Joins in Spark</a:t>
            </a:r>
          </a:p>
          <a:p>
            <a:pPr marL="285750" indent="-285750">
              <a:buFontTx/>
              <a:buChar char="-"/>
            </a:pPr>
            <a:r>
              <a:rPr lang="en-IN" dirty="0"/>
              <a:t>Spark </a:t>
            </a:r>
            <a:r>
              <a:rPr lang="en-IN" dirty="0" err="1"/>
              <a:t>DataFrame</a:t>
            </a: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Spark Shared Variables</a:t>
            </a:r>
          </a:p>
          <a:p>
            <a:pPr marL="285750" indent="-285750">
              <a:buFontTx/>
              <a:buChar char="-"/>
            </a:pPr>
            <a:r>
              <a:rPr lang="en-IN" dirty="0"/>
              <a:t>Custom Accumulator</a:t>
            </a:r>
          </a:p>
          <a:p>
            <a:pPr marL="285750" indent="-285750">
              <a:buFontTx/>
              <a:buChar char="-"/>
            </a:pPr>
            <a:r>
              <a:rPr lang="en-IN" dirty="0"/>
              <a:t>Spark and Fault Tolerance</a:t>
            </a:r>
          </a:p>
          <a:p>
            <a:pPr marL="285750" indent="-285750">
              <a:buFontTx/>
              <a:buChar char="-"/>
            </a:pPr>
            <a:r>
              <a:rPr lang="en-IN" dirty="0"/>
              <a:t>Broadcast Variables</a:t>
            </a:r>
          </a:p>
          <a:p>
            <a:pPr marL="285750" indent="-285750">
              <a:buFontTx/>
              <a:buChar char="-"/>
            </a:pPr>
            <a:r>
              <a:rPr lang="en-IN" dirty="0"/>
              <a:t>Numeric RDD Operations</a:t>
            </a:r>
          </a:p>
          <a:p>
            <a:pPr marL="285750" indent="-285750">
              <a:buFontTx/>
              <a:buChar char="-"/>
            </a:pPr>
            <a:r>
              <a:rPr lang="en-IN" dirty="0"/>
              <a:t>spark performance optimization</a:t>
            </a:r>
          </a:p>
          <a:p>
            <a:pPr marL="285750" indent="-285750">
              <a:buFontTx/>
              <a:buChar char="-"/>
            </a:pPr>
            <a:r>
              <a:rPr lang="en-IN" dirty="0"/>
              <a:t>Partitioning bucketing caching, AQE and many more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5B536-95C3-41B9-CC92-FFAE22572705}"/>
              </a:ext>
            </a:extLst>
          </p:cNvPr>
          <p:cNvSpPr txBox="1"/>
          <p:nvPr/>
        </p:nvSpPr>
        <p:spPr>
          <a:xfrm>
            <a:off x="6203633" y="170379"/>
            <a:ext cx="6097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Object Oriented Programming in Python: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Basics of Object-Oriented Programming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Creating Class and Object Constructors in Python – Parameterized and Non-parameterized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Inheritance in Python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In built class methods and attributes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Multi-Level and Multiple Inheritance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Method Overriding and Data Abstraction</a:t>
            </a:r>
          </a:p>
          <a:p>
            <a:pPr marL="285750" indent="-285750">
              <a:buFontTx/>
              <a:buChar char="-"/>
            </a:pPr>
            <a:r>
              <a:rPr lang="en-US" sz="1800" dirty="0"/>
              <a:t>Encapsulation and Polymorphism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9055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897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2025-10-04T16:48:07Z</dcterms:created>
  <dcterms:modified xsi:type="dcterms:W3CDTF">2025-10-05T10:37:23Z</dcterms:modified>
</cp:coreProperties>
</file>