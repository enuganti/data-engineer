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5480C6-1EE7-4ED1-A3A1-3C90E43C5656}" v="7" dt="2025-10-05T17:28:46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Suresh" userId="04a47b5c-286d-4451-a903-e2334e9230bd" providerId="ADAL" clId="{8F5480C6-1EE7-4ED1-A3A1-3C90E43C5656}"/>
    <pc:docChg chg="custSel addSld delSld modSld">
      <pc:chgData name="A Suresh" userId="04a47b5c-286d-4451-a903-e2334e9230bd" providerId="ADAL" clId="{8F5480C6-1EE7-4ED1-A3A1-3C90E43C5656}" dt="2025-10-05T17:29:23.206" v="74" actId="14100"/>
      <pc:docMkLst>
        <pc:docMk/>
      </pc:docMkLst>
      <pc:sldChg chg="addSp delSp modSp new mod">
        <pc:chgData name="A Suresh" userId="04a47b5c-286d-4451-a903-e2334e9230bd" providerId="ADAL" clId="{8F5480C6-1EE7-4ED1-A3A1-3C90E43C5656}" dt="2025-10-05T10:48:29.458" v="14" actId="692"/>
        <pc:sldMkLst>
          <pc:docMk/>
          <pc:sldMk cId="616013054" sldId="256"/>
        </pc:sldMkLst>
        <pc:spChg chg="del">
          <ac:chgData name="A Suresh" userId="04a47b5c-286d-4451-a903-e2334e9230bd" providerId="ADAL" clId="{8F5480C6-1EE7-4ED1-A3A1-3C90E43C5656}" dt="2025-10-05T10:47:53.429" v="1" actId="478"/>
          <ac:spMkLst>
            <pc:docMk/>
            <pc:sldMk cId="616013054" sldId="256"/>
            <ac:spMk id="2" creationId="{2A897A29-BFE5-54F8-28A3-011D7A841F86}"/>
          </ac:spMkLst>
        </pc:spChg>
        <pc:spChg chg="del">
          <ac:chgData name="A Suresh" userId="04a47b5c-286d-4451-a903-e2334e9230bd" providerId="ADAL" clId="{8F5480C6-1EE7-4ED1-A3A1-3C90E43C5656}" dt="2025-10-05T10:47:53.429" v="1" actId="478"/>
          <ac:spMkLst>
            <pc:docMk/>
            <pc:sldMk cId="616013054" sldId="256"/>
            <ac:spMk id="3" creationId="{1A190D71-DB3E-ACAF-A0E4-FE4BDBBF67A8}"/>
          </ac:spMkLst>
        </pc:spChg>
        <pc:picChg chg="add mod modCrop">
          <ac:chgData name="A Suresh" userId="04a47b5c-286d-4451-a903-e2334e9230bd" providerId="ADAL" clId="{8F5480C6-1EE7-4ED1-A3A1-3C90E43C5656}" dt="2025-10-05T10:48:29.458" v="14" actId="692"/>
          <ac:picMkLst>
            <pc:docMk/>
            <pc:sldMk cId="616013054" sldId="256"/>
            <ac:picMk id="4" creationId="{81549349-B04A-A10E-4B4A-DD08BCB68EED}"/>
          </ac:picMkLst>
        </pc:picChg>
      </pc:sldChg>
      <pc:sldChg chg="addSp delSp modSp new mod">
        <pc:chgData name="A Suresh" userId="04a47b5c-286d-4451-a903-e2334e9230bd" providerId="ADAL" clId="{8F5480C6-1EE7-4ED1-A3A1-3C90E43C5656}" dt="2025-10-05T10:53:03.411" v="31" actId="14100"/>
        <pc:sldMkLst>
          <pc:docMk/>
          <pc:sldMk cId="1558785405" sldId="257"/>
        </pc:sldMkLst>
        <pc:spChg chg="del">
          <ac:chgData name="A Suresh" userId="04a47b5c-286d-4451-a903-e2334e9230bd" providerId="ADAL" clId="{8F5480C6-1EE7-4ED1-A3A1-3C90E43C5656}" dt="2025-10-05T10:52:29.890" v="16" actId="478"/>
          <ac:spMkLst>
            <pc:docMk/>
            <pc:sldMk cId="1558785405" sldId="257"/>
            <ac:spMk id="2" creationId="{B8878BCC-6D31-7E5E-5A8E-A1D0560EC443}"/>
          </ac:spMkLst>
        </pc:spChg>
        <pc:spChg chg="del">
          <ac:chgData name="A Suresh" userId="04a47b5c-286d-4451-a903-e2334e9230bd" providerId="ADAL" clId="{8F5480C6-1EE7-4ED1-A3A1-3C90E43C5656}" dt="2025-10-05T10:52:29.890" v="16" actId="478"/>
          <ac:spMkLst>
            <pc:docMk/>
            <pc:sldMk cId="1558785405" sldId="257"/>
            <ac:spMk id="3" creationId="{F842E1B7-0EFE-AF0E-D4AA-333149F4A757}"/>
          </ac:spMkLst>
        </pc:spChg>
        <pc:picChg chg="add mod modCrop">
          <ac:chgData name="A Suresh" userId="04a47b5c-286d-4451-a903-e2334e9230bd" providerId="ADAL" clId="{8F5480C6-1EE7-4ED1-A3A1-3C90E43C5656}" dt="2025-10-05T10:53:03.411" v="31" actId="14100"/>
          <ac:picMkLst>
            <pc:docMk/>
            <pc:sldMk cId="1558785405" sldId="257"/>
            <ac:picMk id="4" creationId="{E687AD1D-EAD2-BE39-6001-5974C451DE40}"/>
          </ac:picMkLst>
        </pc:picChg>
      </pc:sldChg>
      <pc:sldChg chg="addSp delSp modSp new del mod">
        <pc:chgData name="A Suresh" userId="04a47b5c-286d-4451-a903-e2334e9230bd" providerId="ADAL" clId="{8F5480C6-1EE7-4ED1-A3A1-3C90E43C5656}" dt="2025-10-05T17:25:35.340" v="54" actId="2696"/>
        <pc:sldMkLst>
          <pc:docMk/>
          <pc:sldMk cId="1982230666" sldId="258"/>
        </pc:sldMkLst>
        <pc:spChg chg="del">
          <ac:chgData name="A Suresh" userId="04a47b5c-286d-4451-a903-e2334e9230bd" providerId="ADAL" clId="{8F5480C6-1EE7-4ED1-A3A1-3C90E43C5656}" dt="2025-10-05T10:57:12.713" v="33" actId="478"/>
          <ac:spMkLst>
            <pc:docMk/>
            <pc:sldMk cId="1982230666" sldId="258"/>
            <ac:spMk id="2" creationId="{99F59527-BA9E-34F0-F5E9-66CE82B984BE}"/>
          </ac:spMkLst>
        </pc:spChg>
        <pc:spChg chg="del">
          <ac:chgData name="A Suresh" userId="04a47b5c-286d-4451-a903-e2334e9230bd" providerId="ADAL" clId="{8F5480C6-1EE7-4ED1-A3A1-3C90E43C5656}" dt="2025-10-05T10:57:12.713" v="33" actId="478"/>
          <ac:spMkLst>
            <pc:docMk/>
            <pc:sldMk cId="1982230666" sldId="258"/>
            <ac:spMk id="3" creationId="{E18CD206-07F6-412E-6720-1B41370E5FAC}"/>
          </ac:spMkLst>
        </pc:spChg>
        <pc:picChg chg="add mod modCrop">
          <ac:chgData name="A Suresh" userId="04a47b5c-286d-4451-a903-e2334e9230bd" providerId="ADAL" clId="{8F5480C6-1EE7-4ED1-A3A1-3C90E43C5656}" dt="2025-10-05T10:57:36.249" v="40" actId="14100"/>
          <ac:picMkLst>
            <pc:docMk/>
            <pc:sldMk cId="1982230666" sldId="258"/>
            <ac:picMk id="4" creationId="{8D4C3339-8365-9F2E-84B4-E7545C259A5B}"/>
          </ac:picMkLst>
        </pc:picChg>
      </pc:sldChg>
      <pc:sldChg chg="addSp delSp modSp new mod">
        <pc:chgData name="A Suresh" userId="04a47b5c-286d-4451-a903-e2334e9230bd" providerId="ADAL" clId="{8F5480C6-1EE7-4ED1-A3A1-3C90E43C5656}" dt="2025-10-05T17:29:23.206" v="74" actId="14100"/>
        <pc:sldMkLst>
          <pc:docMk/>
          <pc:sldMk cId="359623125" sldId="259"/>
        </pc:sldMkLst>
        <pc:spChg chg="del">
          <ac:chgData name="A Suresh" userId="04a47b5c-286d-4451-a903-e2334e9230bd" providerId="ADAL" clId="{8F5480C6-1EE7-4ED1-A3A1-3C90E43C5656}" dt="2025-10-05T11:01:02.082" v="42" actId="478"/>
          <ac:spMkLst>
            <pc:docMk/>
            <pc:sldMk cId="359623125" sldId="259"/>
            <ac:spMk id="2" creationId="{2B68F953-24B3-C4A7-F26E-5FDBE4392B04}"/>
          </ac:spMkLst>
        </pc:spChg>
        <pc:spChg chg="del">
          <ac:chgData name="A Suresh" userId="04a47b5c-286d-4451-a903-e2334e9230bd" providerId="ADAL" clId="{8F5480C6-1EE7-4ED1-A3A1-3C90E43C5656}" dt="2025-10-05T11:01:02.082" v="42" actId="478"/>
          <ac:spMkLst>
            <pc:docMk/>
            <pc:sldMk cId="359623125" sldId="259"/>
            <ac:spMk id="3" creationId="{6AC16DCF-54B0-B64A-919E-83B282099CAF}"/>
          </ac:spMkLst>
        </pc:spChg>
        <pc:picChg chg="add mod modCrop">
          <ac:chgData name="A Suresh" userId="04a47b5c-286d-4451-a903-e2334e9230bd" providerId="ADAL" clId="{8F5480C6-1EE7-4ED1-A3A1-3C90E43C5656}" dt="2025-10-05T17:29:23.206" v="74" actId="14100"/>
          <ac:picMkLst>
            <pc:docMk/>
            <pc:sldMk cId="359623125" sldId="259"/>
            <ac:picMk id="2" creationId="{CB12D9ED-0090-9374-8244-1DCE453484BD}"/>
          </ac:picMkLst>
        </pc:picChg>
        <pc:picChg chg="add del mod modCrop">
          <ac:chgData name="A Suresh" userId="04a47b5c-286d-4451-a903-e2334e9230bd" providerId="ADAL" clId="{8F5480C6-1EE7-4ED1-A3A1-3C90E43C5656}" dt="2025-10-05T17:24:45.568" v="53" actId="21"/>
          <ac:picMkLst>
            <pc:docMk/>
            <pc:sldMk cId="359623125" sldId="259"/>
            <ac:picMk id="4" creationId="{34EAD621-29CA-CE90-E2D8-86F243FF62BF}"/>
          </ac:picMkLst>
        </pc:picChg>
      </pc:sldChg>
      <pc:sldChg chg="delSp new del mod">
        <pc:chgData name="A Suresh" userId="04a47b5c-286d-4451-a903-e2334e9230bd" providerId="ADAL" clId="{8F5480C6-1EE7-4ED1-A3A1-3C90E43C5656}" dt="2025-10-05T17:25:56.965" v="55" actId="47"/>
        <pc:sldMkLst>
          <pc:docMk/>
          <pc:sldMk cId="1165058327" sldId="260"/>
        </pc:sldMkLst>
        <pc:spChg chg="del">
          <ac:chgData name="A Suresh" userId="04a47b5c-286d-4451-a903-e2334e9230bd" providerId="ADAL" clId="{8F5480C6-1EE7-4ED1-A3A1-3C90E43C5656}" dt="2025-10-05T17:22:08.149" v="50" actId="478"/>
          <ac:spMkLst>
            <pc:docMk/>
            <pc:sldMk cId="1165058327" sldId="260"/>
            <ac:spMk id="2" creationId="{A0FD39E5-5721-2F5B-F4C5-944995A0E02D}"/>
          </ac:spMkLst>
        </pc:spChg>
        <pc:spChg chg="del">
          <ac:chgData name="A Suresh" userId="04a47b5c-286d-4451-a903-e2334e9230bd" providerId="ADAL" clId="{8F5480C6-1EE7-4ED1-A3A1-3C90E43C5656}" dt="2025-10-05T17:22:08.149" v="50" actId="478"/>
          <ac:spMkLst>
            <pc:docMk/>
            <pc:sldMk cId="1165058327" sldId="260"/>
            <ac:spMk id="3" creationId="{002F1754-B965-91BA-3E49-6B95F16DD926}"/>
          </ac:spMkLst>
        </pc:spChg>
      </pc:sldChg>
      <pc:sldChg chg="add del">
        <pc:chgData name="A Suresh" userId="04a47b5c-286d-4451-a903-e2334e9230bd" providerId="ADAL" clId="{8F5480C6-1EE7-4ED1-A3A1-3C90E43C5656}" dt="2025-10-05T17:25:57.462" v="56" actId="47"/>
        <pc:sldMkLst>
          <pc:docMk/>
          <pc:sldMk cId="3584909515" sldId="261"/>
        </pc:sldMkLst>
      </pc:sldChg>
      <pc:sldChg chg="add del">
        <pc:chgData name="A Suresh" userId="04a47b5c-286d-4451-a903-e2334e9230bd" providerId="ADAL" clId="{8F5480C6-1EE7-4ED1-A3A1-3C90E43C5656}" dt="2025-10-05T17:25:57.997" v="57" actId="47"/>
        <pc:sldMkLst>
          <pc:docMk/>
          <pc:sldMk cId="3304652511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4BBC9-9682-6CE7-CBBA-C8FE41C77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952527-0CF6-37E3-C79E-3C1000AB6E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D2590-3759-23B9-5F2E-1C3AD58B9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31A14-E88F-E01D-445E-6D79919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7B464-1B32-E5CC-63EC-95A81C83B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850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D936-3E65-7CEC-5D67-C4C905A28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C8B23-27AA-035D-6010-35BD2F96F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30266-91C8-97BB-0A57-303393287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A5C54-D131-E950-6D71-B0C931EF3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C9115-3C4F-D47B-FBC5-442A318B1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281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81F4C-7A2A-8AB4-B5A0-041B44F9B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AA34C-D652-1DBF-81B4-3AB40D282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8ED88-02FB-E9C2-7C3F-82FDB96F3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37B25-1095-6BE1-322D-DF327784A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27BE8-4ABA-DEE2-9CB1-BD994455F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51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272F0-5145-A980-5A81-99D262F7F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F45E0-F811-4238-210F-71C5741A90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007FF-35ED-8B8B-625A-68ACC3DCC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EDA0E-0F11-3C25-1F70-DF80FE4F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BD7C5-C89E-72AD-CBF7-484C04C3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5C6D4-C768-946E-218F-C18037510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142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8192-C857-BCD1-567C-D4F545AD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5DA31-79DB-BDEE-165F-7A11F681E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80886-8518-681F-AC60-FECEDFABF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CBA02C-F2B5-157D-E3DD-D24087CEC0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E4B677-0F23-CC93-5398-68824245A3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DD4198-339D-B2B9-3914-E730B0B4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134C38-3CB3-C459-114A-555343750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49F229-F83E-D81C-74FD-937A61453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113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83E76-E78C-5E46-BA42-7D82F5C2E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FBA922-ABB2-581C-EDBE-53A815F2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44BB5-0EBE-F004-06F6-04F0024EB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4F726-BC33-72FB-A5A2-56513769D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216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5FF9D1-A4F3-C83F-1B0E-B0F4F8DD4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038A36-6579-F121-D1D1-6A8AA3216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E5774-8DBA-511E-CA50-14DBE220F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726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0A5F5-F7BF-7E70-225E-B7AAF1C3C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C4E94-4ACB-9716-078F-344FB949A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815C6-672D-F2D8-5226-C6B8328A2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8F553-6868-D5F5-45C2-DCC3140AE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FFA18-CE2D-DA60-7D2C-FEE2E026F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DB79E-EB11-5AED-CB7A-4BE6FADA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726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2B1E0-90AE-6D67-EA39-90EECAC9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8D436D-E25F-6B20-46D0-94D6B45C35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4D09B-FEC6-CFCF-7C41-F41A2CCEC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23C63-7520-185B-BCC9-1F2F5A1F5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86ACE-DF08-9372-BAC9-85191DCB3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73EBA-B450-AAA4-DB9A-0597F60B5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045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458D8-7934-2995-9964-E14592309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D3805D-4206-38E0-D56E-4DC03F963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3D92F-E1E7-2338-0A44-F1035B8F9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956BD-F2E2-8BBB-56C0-FFFE86D19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CD37C-7C2E-5C90-712F-725FEB736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29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A56159-71BF-D80B-433F-D61A1BFD4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7AD88-E46A-80CD-A666-5B1F90E55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8906C-3681-E854-3B04-2120EBF1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DB258-05F3-B400-590A-3B4FC49DC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65CB1-E485-1EB2-4E74-D2D0A9E0F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593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1A338B-5732-B6FC-5D73-FEA1F5588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25457-135A-45F4-EE0E-D3D009446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64F38-676E-4EED-359C-E0E3754F5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77CBD-CADF-C198-90AB-71798B6D0A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15862-D404-8A50-3EC4-47C1CE9D4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610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549349-B04A-A10E-4B4A-DD08BCB68E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105"/>
          <a:stretch>
            <a:fillRect/>
          </a:stretch>
        </p:blipFill>
        <p:spPr>
          <a:xfrm>
            <a:off x="135556" y="67378"/>
            <a:ext cx="7131518" cy="66961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16013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87AD1D-EAD2-BE39-6001-5974C451DE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210" t="21359" r="29027" b="4543"/>
          <a:stretch>
            <a:fillRect/>
          </a:stretch>
        </p:blipFill>
        <p:spPr>
          <a:xfrm>
            <a:off x="134753" y="125128"/>
            <a:ext cx="8162223" cy="593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785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12D9ED-0090-9374-8244-1DCE453484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5" t="5474" r="3029" b="4842"/>
          <a:stretch>
            <a:fillRect/>
          </a:stretch>
        </p:blipFill>
        <p:spPr>
          <a:xfrm>
            <a:off x="1443789" y="86629"/>
            <a:ext cx="7064944" cy="671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23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Suresh</dc:creator>
  <cp:lastModifiedBy>A Suresh</cp:lastModifiedBy>
  <cp:revision>1</cp:revision>
  <dcterms:created xsi:type="dcterms:W3CDTF">2025-10-05T10:47:49Z</dcterms:created>
  <dcterms:modified xsi:type="dcterms:W3CDTF">2025-10-05T17:29:24Z</dcterms:modified>
</cp:coreProperties>
</file>