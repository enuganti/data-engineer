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04F7F-31ED-4BBF-BB39-E000F35BFB8D}" v="16" dt="2025-08-26T08:15:13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7C32CF1F-69BF-46D2-BB5C-323613A50B2C}"/>
    <pc:docChg chg="custSel modSld">
      <pc:chgData name="A Suresh" userId="04a47b5c-286d-4451-a903-e2334e9230bd" providerId="ADAL" clId="{7C32CF1F-69BF-46D2-BB5C-323613A50B2C}" dt="2025-08-21T06:17:24.091" v="280" actId="14100"/>
      <pc:docMkLst>
        <pc:docMk/>
      </pc:docMkLst>
      <pc:sldChg chg="addSp delSp modSp mod">
        <pc:chgData name="A Suresh" userId="04a47b5c-286d-4451-a903-e2334e9230bd" providerId="ADAL" clId="{7C32CF1F-69BF-46D2-BB5C-323613A50B2C}" dt="2025-08-21T06:17:24.091" v="280" actId="14100"/>
        <pc:sldMkLst>
          <pc:docMk/>
          <pc:sldMk cId="4154210697" sldId="256"/>
        </pc:sldMkLst>
        <pc:spChg chg="mod">
          <ac:chgData name="A Suresh" userId="04a47b5c-286d-4451-a903-e2334e9230bd" providerId="ADAL" clId="{7C32CF1F-69BF-46D2-BB5C-323613A50B2C}" dt="2025-08-21T06:17:10.348" v="278" actId="1038"/>
          <ac:spMkLst>
            <pc:docMk/>
            <pc:sldMk cId="4154210697" sldId="256"/>
            <ac:spMk id="4" creationId="{9C774949-6DD5-A1F1-66EE-A511719C5965}"/>
          </ac:spMkLst>
        </pc:spChg>
      </pc:sldChg>
    </pc:docChg>
  </pc:docChgLst>
  <pc:docChgLst>
    <pc:chgData name="A Suresh" userId="04a47b5c-286d-4451-a903-e2334e9230bd" providerId="ADAL" clId="{7EB7F1FC-244D-4CF0-B349-FC66976EC03A}"/>
    <pc:docChg chg="custSel modSld">
      <pc:chgData name="A Suresh" userId="04a47b5c-286d-4451-a903-e2334e9230bd" providerId="ADAL" clId="{7EB7F1FC-244D-4CF0-B349-FC66976EC03A}" dt="2025-07-13T13:18:30.292" v="287" actId="1038"/>
      <pc:docMkLst>
        <pc:docMk/>
      </pc:docMkLst>
      <pc:sldChg chg="addSp modSp mod">
        <pc:chgData name="A Suresh" userId="04a47b5c-286d-4451-a903-e2334e9230bd" providerId="ADAL" clId="{7EB7F1FC-244D-4CF0-B349-FC66976EC03A}" dt="2025-07-13T13:18:30.292" v="287" actId="1038"/>
        <pc:sldMkLst>
          <pc:docMk/>
          <pc:sldMk cId="4154210697" sldId="256"/>
        </pc:sldMkLst>
        <pc:spChg chg="add mod">
          <ac:chgData name="A Suresh" userId="04a47b5c-286d-4451-a903-e2334e9230bd" providerId="ADAL" clId="{7EB7F1FC-244D-4CF0-B349-FC66976EC03A}" dt="2025-07-13T13:18:20.943" v="260" actId="1038"/>
          <ac:spMkLst>
            <pc:docMk/>
            <pc:sldMk cId="4154210697" sldId="256"/>
            <ac:spMk id="4" creationId="{9C774949-6DD5-A1F1-66EE-A511719C5965}"/>
          </ac:spMkLst>
        </pc:spChg>
      </pc:sldChg>
    </pc:docChg>
  </pc:docChgLst>
  <pc:docChgLst>
    <pc:chgData name="A Suresh" userId="04a47b5c-286d-4451-a903-e2334e9230bd" providerId="ADAL" clId="{3B704F7F-31ED-4BBF-BB39-E000F35BFB8D}"/>
    <pc:docChg chg="undo custSel modSld">
      <pc:chgData name="A Suresh" userId="04a47b5c-286d-4451-a903-e2334e9230bd" providerId="ADAL" clId="{3B704F7F-31ED-4BBF-BB39-E000F35BFB8D}" dt="2025-08-26T08:16:35.221" v="300" actId="6549"/>
      <pc:docMkLst>
        <pc:docMk/>
      </pc:docMkLst>
      <pc:sldChg chg="addSp modSp mod">
        <pc:chgData name="A Suresh" userId="04a47b5c-286d-4451-a903-e2334e9230bd" providerId="ADAL" clId="{3B704F7F-31ED-4BBF-BB39-E000F35BFB8D}" dt="2025-08-26T08:16:35.221" v="300" actId="6549"/>
        <pc:sldMkLst>
          <pc:docMk/>
          <pc:sldMk cId="4154210697" sldId="256"/>
        </pc:sldMkLst>
        <pc:spChg chg="add mod">
          <ac:chgData name="A Suresh" userId="04a47b5c-286d-4451-a903-e2334e9230bd" providerId="ADAL" clId="{3B704F7F-31ED-4BBF-BB39-E000F35BFB8D}" dt="2025-08-26T08:16:24.958" v="294" actId="20577"/>
          <ac:spMkLst>
            <pc:docMk/>
            <pc:sldMk cId="4154210697" sldId="256"/>
            <ac:spMk id="3" creationId="{F37DE1D3-AE24-C2CC-C93C-D03E07F201E4}"/>
          </ac:spMkLst>
        </pc:spChg>
        <pc:spChg chg="mod">
          <ac:chgData name="A Suresh" userId="04a47b5c-286d-4451-a903-e2334e9230bd" providerId="ADAL" clId="{3B704F7F-31ED-4BBF-BB39-E000F35BFB8D}" dt="2025-08-26T08:16:35.221" v="300" actId="6549"/>
          <ac:spMkLst>
            <pc:docMk/>
            <pc:sldMk cId="4154210697" sldId="256"/>
            <ac:spMk id="4" creationId="{9C774949-6DD5-A1F1-66EE-A511719C5965}"/>
          </ac:spMkLst>
        </pc:spChg>
        <pc:grpChg chg="mod">
          <ac:chgData name="A Suresh" userId="04a47b5c-286d-4451-a903-e2334e9230bd" providerId="ADAL" clId="{3B704F7F-31ED-4BBF-BB39-E000F35BFB8D}" dt="2025-08-26T08:16:07.065" v="271" actId="1035"/>
          <ac:grpSpMkLst>
            <pc:docMk/>
            <pc:sldMk cId="4154210697" sldId="256"/>
            <ac:grpSpMk id="11" creationId="{8D7249A8-0ED2-B643-1DFC-146431ABD421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39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13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5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523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41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5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4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81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66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318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3162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728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781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594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661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80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AB5ADCD-591A-4E1B-92AB-82E3E8FAEA87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688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774949-6DD5-A1F1-66EE-A511719C5965}"/>
              </a:ext>
            </a:extLst>
          </p:cNvPr>
          <p:cNvSpPr txBox="1"/>
          <p:nvPr/>
        </p:nvSpPr>
        <p:spPr>
          <a:xfrm>
            <a:off x="96889" y="934070"/>
            <a:ext cx="54190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dbutils.widgets.text()</a:t>
            </a:r>
          </a:p>
          <a:p>
            <a:r>
              <a:rPr lang="en-US" sz="2800" dirty="0">
                <a:solidFill>
                  <a:srgbClr val="FFFF00"/>
                </a:solidFill>
              </a:rPr>
              <a:t>dbutils.widgets.get()</a:t>
            </a:r>
          </a:p>
          <a:p>
            <a:r>
              <a:rPr lang="en-IN" sz="2800" dirty="0">
                <a:solidFill>
                  <a:srgbClr val="FFFF00"/>
                </a:solidFill>
              </a:rPr>
              <a:t>dbutils.widgets.getAll()</a:t>
            </a:r>
          </a:p>
          <a:p>
            <a:r>
              <a:rPr lang="en-IN" sz="2800" dirty="0">
                <a:solidFill>
                  <a:srgbClr val="FFFF00"/>
                </a:solidFill>
              </a:rPr>
              <a:t>dbutils.widgets.remove()</a:t>
            </a:r>
          </a:p>
          <a:p>
            <a:r>
              <a:rPr lang="en-IN" sz="2800" dirty="0">
                <a:solidFill>
                  <a:srgbClr val="FFFF00"/>
                </a:solidFill>
              </a:rPr>
              <a:t>dbutils.widgets.removeAll()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endParaRPr lang="en-IN" sz="2800" dirty="0">
              <a:solidFill>
                <a:srgbClr val="FFFF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6" y="4894309"/>
            <a:ext cx="3136412" cy="1945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A6757A-D37D-F9B7-16BB-8A2582C5D4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0" t="8078" b="13937"/>
          <a:stretch/>
        </p:blipFill>
        <p:spPr>
          <a:xfrm>
            <a:off x="8952931" y="71952"/>
            <a:ext cx="3147013" cy="1855556"/>
          </a:xfrm>
          <a:prstGeom prst="rect">
            <a:avLst/>
          </a:prstGeom>
          <a:ln w="15875">
            <a:solidFill>
              <a:schemeClr val="tx1"/>
            </a:solidFill>
          </a:ln>
          <a:effectLst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D7249A8-0ED2-B643-1DFC-146431ABD421}"/>
              </a:ext>
            </a:extLst>
          </p:cNvPr>
          <p:cNvGrpSpPr/>
          <p:nvPr/>
        </p:nvGrpSpPr>
        <p:grpSpPr>
          <a:xfrm>
            <a:off x="1652666" y="44064"/>
            <a:ext cx="6994328" cy="900605"/>
            <a:chOff x="0" y="0"/>
            <a:chExt cx="2698902" cy="735416"/>
          </a:xfrm>
          <a:solidFill>
            <a:schemeClr val="accent1"/>
          </a:solidFill>
        </p:grpSpPr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B5BC9F8E-407E-BDA1-09C3-9155BBCD9C25}"/>
                </a:ext>
              </a:extLst>
            </p:cNvPr>
            <p:cNvSpPr/>
            <p:nvPr/>
          </p:nvSpPr>
          <p:spPr>
            <a:xfrm>
              <a:off x="0" y="0"/>
              <a:ext cx="2698902" cy="735416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4800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2F4B9DAA-DC25-11AC-0161-CF4C52E21D57}"/>
                </a:ext>
              </a:extLst>
            </p:cNvPr>
            <p:cNvSpPr txBox="1"/>
            <p:nvPr/>
          </p:nvSpPr>
          <p:spPr>
            <a:xfrm>
              <a:off x="21540" y="21540"/>
              <a:ext cx="2655822" cy="69233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7640" tIns="167640" rIns="167640" bIns="1676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4800" b="0" i="0" kern="1200" dirty="0">
                  <a:solidFill>
                    <a:schemeClr val="tx1"/>
                  </a:solidFill>
                </a:rPr>
                <a:t>DATABRICKS WIDGETS</a:t>
              </a:r>
              <a:endParaRPr lang="en-US" sz="4800" b="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37DE1D3-AE24-C2CC-C93C-D03E07F201E4}"/>
              </a:ext>
            </a:extLst>
          </p:cNvPr>
          <p:cNvSpPr txBox="1"/>
          <p:nvPr/>
        </p:nvSpPr>
        <p:spPr>
          <a:xfrm>
            <a:off x="3156158" y="3120566"/>
            <a:ext cx="922265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dirty="0"/>
              <a:t>1) introduction to widgets</a:t>
            </a:r>
          </a:p>
          <a:p>
            <a:pPr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anose="02020603050405020304" pitchFamily="18" charset="-78"/>
                <a:cs typeface="Andalus" panose="02020603050405020304" pitchFamily="18" charset="-78"/>
              </a:rPr>
              <a:t>2) Different methods to create widgets</a:t>
            </a:r>
            <a:endParaRPr lang="en-US" sz="4000" b="0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lvl="0" indent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anose="02020603050405020304" pitchFamily="18" charset="-78"/>
                <a:cs typeface="Andalus" panose="02020603050405020304" pitchFamily="18" charset="-78"/>
              </a:rPr>
              <a:t>3) </a:t>
            </a:r>
            <a:r>
              <a:rPr lang="en-US" sz="4000" b="0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anose="02020603050405020304" pitchFamily="18" charset="-78"/>
                <a:cs typeface="Andalus" panose="02020603050405020304" pitchFamily="18" charset="-78"/>
              </a:rPr>
              <a:t>Different methods to remove widgets</a:t>
            </a:r>
          </a:p>
          <a:p>
            <a:pPr marL="0" lvl="0" indent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ndalus" panose="02020603050405020304" pitchFamily="18" charset="-78"/>
              </a:rPr>
              <a:t>4) How to display all widgets?</a:t>
            </a:r>
          </a:p>
          <a:p>
            <a:pPr marL="0" lvl="0" indent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ndalus" panose="02020603050405020304" pitchFamily="18" charset="-78"/>
              </a:rPr>
              <a:t>5) How to overwrite widgets?</a:t>
            </a:r>
            <a:endParaRPr 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210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175</TotalTime>
  <Words>66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Andalus</vt:lpstr>
      <vt:lpstr>Arial</vt:lpstr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</dc:creator>
  <cp:lastModifiedBy>A Suresh</cp:lastModifiedBy>
  <cp:revision>20</cp:revision>
  <dcterms:created xsi:type="dcterms:W3CDTF">2024-08-03T17:32:44Z</dcterms:created>
  <dcterms:modified xsi:type="dcterms:W3CDTF">2025-08-26T08:16:38Z</dcterms:modified>
</cp:coreProperties>
</file>