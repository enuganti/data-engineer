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7B8BC1-2215-48FF-B577-551303A78015}" v="36" dt="2026-05-22T08:15:15.4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uresh" userId="04a47b5c-286d-4451-a903-e2334e9230bd" providerId="ADAL" clId="{9C3AFDC1-1C3F-4934-836B-818A779DDE8C}"/>
    <pc:docChg chg="undo redo custSel modSld">
      <pc:chgData name="A Suresh" userId="04a47b5c-286d-4451-a903-e2334e9230bd" providerId="ADAL" clId="{9C3AFDC1-1C3F-4934-836B-818A779DDE8C}" dt="2026-05-22T08:16:27.816" v="1963" actId="1035"/>
      <pc:docMkLst>
        <pc:docMk/>
      </pc:docMkLst>
      <pc:sldChg chg="addSp delSp modSp mod setBg delDesignElem">
        <pc:chgData name="A Suresh" userId="04a47b5c-286d-4451-a903-e2334e9230bd" providerId="ADAL" clId="{9C3AFDC1-1C3F-4934-836B-818A779DDE8C}" dt="2026-05-22T08:16:27.816" v="1963" actId="1035"/>
        <pc:sldMkLst>
          <pc:docMk/>
          <pc:sldMk cId="4154210697" sldId="256"/>
        </pc:sldMkLst>
        <pc:spChg chg="add mod ord">
          <ac:chgData name="A Suresh" userId="04a47b5c-286d-4451-a903-e2334e9230bd" providerId="ADAL" clId="{9C3AFDC1-1C3F-4934-836B-818A779DDE8C}" dt="2026-05-22T08:16:27.816" v="1963" actId="1035"/>
          <ac:spMkLst>
            <pc:docMk/>
            <pc:sldMk cId="4154210697" sldId="256"/>
            <ac:spMk id="2" creationId="{7E95BF69-44AF-8B98-AD6A-68007D68C931}"/>
          </ac:spMkLst>
        </pc:spChg>
        <pc:spChg chg="add del mod">
          <ac:chgData name="A Suresh" userId="04a47b5c-286d-4451-a903-e2334e9230bd" providerId="ADAL" clId="{9C3AFDC1-1C3F-4934-836B-818A779DDE8C}" dt="2026-05-22T08:15:09.930" v="1934" actId="478"/>
          <ac:spMkLst>
            <pc:docMk/>
            <pc:sldMk cId="4154210697" sldId="256"/>
            <ac:spMk id="3" creationId="{820E4651-C35B-778B-D860-5121931C8A86}"/>
          </ac:spMkLst>
        </pc:spChg>
        <pc:spChg chg="add del mod">
          <ac:chgData name="A Suresh" userId="04a47b5c-286d-4451-a903-e2334e9230bd" providerId="ADAL" clId="{9C3AFDC1-1C3F-4934-836B-818A779DDE8C}" dt="2026-05-22T08:06:56.039" v="1806" actId="478"/>
          <ac:spMkLst>
            <pc:docMk/>
            <pc:sldMk cId="4154210697" sldId="256"/>
            <ac:spMk id="4" creationId="{AF2EEFF2-9A74-3CCF-47A5-DCF18705F32D}"/>
          </ac:spMkLst>
        </pc:spChg>
        <pc:spChg chg="add mod">
          <ac:chgData name="A Suresh" userId="04a47b5c-286d-4451-a903-e2334e9230bd" providerId="ADAL" clId="{9C3AFDC1-1C3F-4934-836B-818A779DDE8C}" dt="2026-05-22T08:14:44.579" v="1932" actId="207"/>
          <ac:spMkLst>
            <pc:docMk/>
            <pc:sldMk cId="4154210697" sldId="256"/>
            <ac:spMk id="7" creationId="{C8CC7CD5-A765-6634-B5CE-26B6FA00763A}"/>
          </ac:spMkLst>
        </pc:spChg>
        <pc:spChg chg="add mod">
          <ac:chgData name="A Suresh" userId="04a47b5c-286d-4451-a903-e2334e9230bd" providerId="ADAL" clId="{9C3AFDC1-1C3F-4934-836B-818A779DDE8C}" dt="2026-05-22T08:15:51.311" v="1947" actId="207"/>
          <ac:spMkLst>
            <pc:docMk/>
            <pc:sldMk cId="4154210697" sldId="256"/>
            <ac:spMk id="8" creationId="{C8A1E755-B037-8719-A98B-E981A9A74319}"/>
          </ac:spMkLst>
        </pc:spChg>
        <pc:picChg chg="mod">
          <ac:chgData name="A Suresh" userId="04a47b5c-286d-4451-a903-e2334e9230bd" providerId="ADAL" clId="{9C3AFDC1-1C3F-4934-836B-818A779DDE8C}" dt="2026-05-22T08:14:00.076" v="1926" actId="14100"/>
          <ac:picMkLst>
            <pc:docMk/>
            <pc:sldMk cId="4154210697" sldId="256"/>
            <ac:picMk id="5" creationId="{819DB671-28EA-4730-957C-4AE6EEB24BC2}"/>
          </ac:picMkLst>
        </pc:picChg>
        <pc:picChg chg="mod ord">
          <ac:chgData name="A Suresh" userId="04a47b5c-286d-4451-a903-e2334e9230bd" providerId="ADAL" clId="{9C3AFDC1-1C3F-4934-836B-818A779DDE8C}" dt="2026-05-22T08:13:48.373" v="1914" actId="14100"/>
          <ac:picMkLst>
            <pc:docMk/>
            <pc:sldMk cId="4154210697" sldId="256"/>
            <ac:picMk id="6" creationId="{225D9E70-0162-C262-B1C5-ED34F8DA9FA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50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833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31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92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66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077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35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7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75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901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56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776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225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511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076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080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33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AB5ADCD-591A-4E1B-92AB-82E3E8FAEA87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D137-95FC-4131-8FBD-335A3F71D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1316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9DB671-28EA-4730-957C-4AE6EEB24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143" y="3363243"/>
            <a:ext cx="2967881" cy="1731830"/>
          </a:xfrm>
          <a:prstGeom prst="rect">
            <a:avLst/>
          </a:prstGeom>
          <a:ln w="15875">
            <a:solidFill>
              <a:schemeClr val="bg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95BF69-44AF-8B98-AD6A-68007D68C931}"/>
              </a:ext>
            </a:extLst>
          </p:cNvPr>
          <p:cNvSpPr txBox="1"/>
          <p:nvPr/>
        </p:nvSpPr>
        <p:spPr>
          <a:xfrm>
            <a:off x="150639" y="967611"/>
            <a:ext cx="11883580" cy="230832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0070C0"/>
                </a:solidFill>
              </a:rPr>
              <a:t>Window Function Partitioning (WindowSpec)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5D9E70-0162-C262-B1C5-ED34F8DA9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7862" y="5120640"/>
            <a:ext cx="2991549" cy="17212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CC7CD5-A765-6634-B5CE-26B6FA00763A}"/>
              </a:ext>
            </a:extLst>
          </p:cNvPr>
          <p:cNvSpPr txBox="1"/>
          <p:nvPr/>
        </p:nvSpPr>
        <p:spPr>
          <a:xfrm>
            <a:off x="75756" y="3523434"/>
            <a:ext cx="5968428" cy="326544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FFFF00"/>
                </a:solidFill>
              </a:rPr>
              <a:t>row_number() per group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FFFF00"/>
                </a:solidFill>
              </a:rPr>
              <a:t>rank() per partition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FFFF00"/>
                </a:solidFill>
              </a:rPr>
              <a:t>dense_rank() per partition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FFFF00"/>
                </a:solidFill>
              </a:rPr>
              <a:t>Max() value per group without aggregation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FFFF00"/>
                </a:solidFill>
              </a:rPr>
              <a:t>avg() value per partition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FFFF00"/>
                </a:solidFill>
              </a:rPr>
              <a:t>Lag and Lead within partition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 dirty="0">
                <a:solidFill>
                  <a:srgbClr val="FFFF00"/>
                </a:solidFill>
              </a:rPr>
              <a:t>Running total per partition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1E755-B037-8719-A98B-E981A9A74319}"/>
              </a:ext>
            </a:extLst>
          </p:cNvPr>
          <p:cNvSpPr txBox="1"/>
          <p:nvPr/>
        </p:nvSpPr>
        <p:spPr>
          <a:xfrm>
            <a:off x="3232727" y="92363"/>
            <a:ext cx="5793574" cy="76944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IN" sz="4400" dirty="0">
                <a:solidFill>
                  <a:srgbClr val="FF0000"/>
                </a:solidFill>
              </a:rPr>
              <a:t>window.partitionBy()</a:t>
            </a:r>
          </a:p>
        </p:txBody>
      </p:sp>
    </p:spTree>
    <p:extLst>
      <p:ext uri="{BB962C8B-B14F-4D97-AF65-F5344CB8AC3E}">
        <p14:creationId xmlns:p14="http://schemas.microsoft.com/office/powerpoint/2010/main" val="4154210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231</TotalTime>
  <Words>47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SURESH</dc:creator>
  <cp:lastModifiedBy>A Suresh</cp:lastModifiedBy>
  <cp:revision>19</cp:revision>
  <dcterms:created xsi:type="dcterms:W3CDTF">2024-08-03T17:32:44Z</dcterms:created>
  <dcterms:modified xsi:type="dcterms:W3CDTF">2026-05-22T08:16:34Z</dcterms:modified>
</cp:coreProperties>
</file>