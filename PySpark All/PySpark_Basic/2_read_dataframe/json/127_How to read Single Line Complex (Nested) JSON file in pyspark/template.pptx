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5C1A90-DB5A-4DF8-8567-9FC77A107062}" v="4" dt="2026-05-21T18:26:12.558"/>
    <p1510:client id="{B5865315-1727-4392-822E-6FC4A698DD52}" v="10" dt="2026-05-22T13:06:20.560"/>
    <p1510:client id="{B61FB9C7-C72E-4E8F-A99C-8E002079699D}" v="11" dt="2026-05-22T13:44:33.7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Suresh" userId="04a47b5c-286d-4451-a903-e2334e9230bd" providerId="ADAL" clId="{9C3AFDC1-1C3F-4934-836B-818A779DDE8C}"/>
    <pc:docChg chg="undo redo custSel modSld">
      <pc:chgData name="A Suresh" userId="04a47b5c-286d-4451-a903-e2334e9230bd" providerId="ADAL" clId="{9C3AFDC1-1C3F-4934-836B-818A779DDE8C}" dt="2026-05-22T13:46:17.064" v="472" actId="1035"/>
      <pc:docMkLst>
        <pc:docMk/>
      </pc:docMkLst>
      <pc:sldChg chg="addSp delSp modSp mod setBg delDesignElem">
        <pc:chgData name="A Suresh" userId="04a47b5c-286d-4451-a903-e2334e9230bd" providerId="ADAL" clId="{9C3AFDC1-1C3F-4934-836B-818A779DDE8C}" dt="2026-05-22T13:46:17.064" v="472" actId="1035"/>
        <pc:sldMkLst>
          <pc:docMk/>
          <pc:sldMk cId="4154210697" sldId="256"/>
        </pc:sldMkLst>
        <pc:spChg chg="mod">
          <ac:chgData name="A Suresh" userId="04a47b5c-286d-4451-a903-e2334e9230bd" providerId="ADAL" clId="{9C3AFDC1-1C3F-4934-836B-818A779DDE8C}" dt="2026-05-22T13:45:38.428" v="453" actId="1076"/>
          <ac:spMkLst>
            <pc:docMk/>
            <pc:sldMk cId="4154210697" sldId="256"/>
            <ac:spMk id="3" creationId="{00000000-0000-0000-0000-000000000000}"/>
          </ac:spMkLst>
        </pc:spChg>
        <pc:spChg chg="add mod">
          <ac:chgData name="A Suresh" userId="04a47b5c-286d-4451-a903-e2334e9230bd" providerId="ADAL" clId="{9C3AFDC1-1C3F-4934-836B-818A779DDE8C}" dt="2026-05-22T13:46:17.064" v="472" actId="1035"/>
          <ac:spMkLst>
            <pc:docMk/>
            <pc:sldMk cId="4154210697" sldId="256"/>
            <ac:spMk id="5" creationId="{5202579C-256C-7C51-81B5-38170D478EF5}"/>
          </ac:spMkLst>
        </pc:spChg>
        <pc:picChg chg="del mod">
          <ac:chgData name="A Suresh" userId="04a47b5c-286d-4451-a903-e2334e9230bd" providerId="ADAL" clId="{9C3AFDC1-1C3F-4934-836B-818A779DDE8C}" dt="2026-05-21T17:52:17.835" v="203" actId="478"/>
          <ac:picMkLst>
            <pc:docMk/>
            <pc:sldMk cId="4154210697" sldId="256"/>
            <ac:picMk id="2" creationId="{00000000-0000-0000-0000-000000000000}"/>
          </ac:picMkLst>
        </pc:picChg>
        <pc:picChg chg="add mod">
          <ac:chgData name="A Suresh" userId="04a47b5c-286d-4451-a903-e2334e9230bd" providerId="ADAL" clId="{9C3AFDC1-1C3F-4934-836B-818A779DDE8C}" dt="2026-05-22T13:44:50.658" v="443" actId="14100"/>
          <ac:picMkLst>
            <pc:docMk/>
            <pc:sldMk cId="4154210697" sldId="256"/>
            <ac:picMk id="2" creationId="{7B1292BC-CE25-C268-8B19-4932D76BF8A0}"/>
          </ac:picMkLst>
        </pc:picChg>
        <pc:picChg chg="mod">
          <ac:chgData name="A Suresh" userId="04a47b5c-286d-4451-a903-e2334e9230bd" providerId="ADAL" clId="{9C3AFDC1-1C3F-4934-836B-818A779DDE8C}" dt="2026-05-22T13:03:33.641" v="305" actId="14100"/>
          <ac:picMkLst>
            <pc:docMk/>
            <pc:sldMk cId="4154210697" sldId="256"/>
            <ac:picMk id="6" creationId="{6CE071D5-53D7-48E7-A51F-28705C7B578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50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833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317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920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660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077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35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67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752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901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56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7761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225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511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076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080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533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AB5ADCD-591A-4E1B-92AB-82E3E8FAEA87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1316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8170" y="162358"/>
            <a:ext cx="11115660" cy="320940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How to read </a:t>
            </a:r>
            <a:r>
              <a:rPr lang="en-US" sz="7200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Single Line Complex (Nested) </a:t>
            </a:r>
            <a:r>
              <a:rPr lang="en-US" sz="7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JSON file in pyspark?</a:t>
            </a:r>
          </a:p>
        </p:txBody>
      </p:sp>
      <p:pic>
        <p:nvPicPr>
          <p:cNvPr id="6" name="Picture 5" descr="A logo with text and a star&#10;&#10;AI-generated content may be incorrect.">
            <a:extLst>
              <a:ext uri="{FF2B5EF4-FFF2-40B4-BE49-F238E27FC236}">
                <a16:creationId xmlns:a16="http://schemas.microsoft.com/office/drawing/2014/main" id="{6CE071D5-53D7-48E7-A51F-28705C7B57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20" t="8078" b="13937"/>
          <a:stretch/>
        </p:blipFill>
        <p:spPr>
          <a:xfrm>
            <a:off x="76596" y="3652761"/>
            <a:ext cx="2517272" cy="1606894"/>
          </a:xfrm>
          <a:prstGeom prst="rect">
            <a:avLst/>
          </a:prstGeom>
          <a:effectLst/>
        </p:spPr>
      </p:pic>
      <p:pic>
        <p:nvPicPr>
          <p:cNvPr id="2" name="Picture 1" descr="A logo with a rainbow colored cube&#10;&#10;AI-generated content may be incorrect.">
            <a:extLst>
              <a:ext uri="{FF2B5EF4-FFF2-40B4-BE49-F238E27FC236}">
                <a16:creationId xmlns:a16="http://schemas.microsoft.com/office/drawing/2014/main" id="{7B1292BC-CE25-C268-8B19-4932D76BF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08" y="5362234"/>
            <a:ext cx="2517272" cy="1453724"/>
          </a:xfrm>
          <a:prstGeom prst="rect">
            <a:avLst/>
          </a:prstGeom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CB9AC1-899F-D743-E74C-26DA4A2A581C}"/>
              </a:ext>
            </a:extLst>
          </p:cNvPr>
          <p:cNvSpPr txBox="1"/>
          <p:nvPr/>
        </p:nvSpPr>
        <p:spPr>
          <a:xfrm>
            <a:off x="2731770" y="3575443"/>
            <a:ext cx="9320022" cy="3209405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300" b="1" dirty="0">
                <a:solidFill>
                  <a:srgbClr val="FFFF00"/>
                </a:solidFill>
              </a:rPr>
              <a:t>Single JSON Object Spread Across Multiple Lines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300" b="1" dirty="0">
                <a:solidFill>
                  <a:srgbClr val="FFFF00"/>
                </a:solidFill>
              </a:rPr>
              <a:t>JSON Array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300" b="1" dirty="0">
                <a:solidFill>
                  <a:srgbClr val="FFFF00"/>
                </a:solidFill>
              </a:rPr>
              <a:t>Using Explicit schema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300" b="1" dirty="0">
                <a:solidFill>
                  <a:srgbClr val="FFFF00"/>
                </a:solidFill>
              </a:rPr>
              <a:t>How to read multiple multiLine files from directory?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300" b="1" dirty="0">
                <a:solidFill>
                  <a:srgbClr val="FFFF00"/>
                </a:solidFill>
              </a:rPr>
              <a:t>How to Read multi-line JSON Array with NULL's &amp; empty string?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300" b="1" dirty="0">
                <a:solidFill>
                  <a:srgbClr val="FFFF00"/>
                </a:solidFill>
              </a:rPr>
              <a:t>PERMISSIVE mode &amp; explicit schema without _corrupt_record</a:t>
            </a:r>
          </a:p>
        </p:txBody>
      </p:sp>
    </p:spTree>
    <p:extLst>
      <p:ext uri="{BB962C8B-B14F-4D97-AF65-F5344CB8AC3E}">
        <p14:creationId xmlns:p14="http://schemas.microsoft.com/office/powerpoint/2010/main" val="41542106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</TotalTime>
  <Words>57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Century Gothic</vt:lpstr>
      <vt:lpstr>Wingdings 3</vt:lpstr>
      <vt:lpstr>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SURESH</dc:creator>
  <cp:lastModifiedBy>A Suresh</cp:lastModifiedBy>
  <cp:revision>21</cp:revision>
  <dcterms:created xsi:type="dcterms:W3CDTF">2024-08-03T17:32:44Z</dcterms:created>
  <dcterms:modified xsi:type="dcterms:W3CDTF">2026-06-09T13:02:32Z</dcterms:modified>
</cp:coreProperties>
</file>