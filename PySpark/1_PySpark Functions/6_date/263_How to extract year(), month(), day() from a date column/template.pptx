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1DB6B1-D333-40E3-BA5B-87BB5A91BBFE}" v="21" dt="2026-03-14T11:17:49.1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Suresh" userId="04a47b5c-286d-4451-a903-e2334e9230bd" providerId="ADAL" clId="{9C3AFDC1-1C3F-4934-836B-818A779DDE8C}"/>
    <pc:docChg chg="undo redo custSel modSld">
      <pc:chgData name="A Suresh" userId="04a47b5c-286d-4451-a903-e2334e9230bd" providerId="ADAL" clId="{9C3AFDC1-1C3F-4934-836B-818A779DDE8C}" dt="2026-03-14T11:19:00.301" v="2232" actId="1035"/>
      <pc:docMkLst>
        <pc:docMk/>
      </pc:docMkLst>
      <pc:sldChg chg="addSp delSp modSp mod setBg delDesignElem">
        <pc:chgData name="A Suresh" userId="04a47b5c-286d-4451-a903-e2334e9230bd" providerId="ADAL" clId="{9C3AFDC1-1C3F-4934-836B-818A779DDE8C}" dt="2026-03-14T11:19:00.301" v="2232" actId="1035"/>
        <pc:sldMkLst>
          <pc:docMk/>
          <pc:sldMk cId="4154210697" sldId="256"/>
        </pc:sldMkLst>
        <pc:spChg chg="add mod">
          <ac:chgData name="A Suresh" userId="04a47b5c-286d-4451-a903-e2334e9230bd" providerId="ADAL" clId="{9C3AFDC1-1C3F-4934-836B-818A779DDE8C}" dt="2026-03-14T11:19:00.301" v="2232" actId="1035"/>
          <ac:spMkLst>
            <pc:docMk/>
            <pc:sldMk cId="4154210697" sldId="256"/>
            <ac:spMk id="2" creationId="{7E95BF69-44AF-8B98-AD6A-68007D68C931}"/>
          </ac:spMkLst>
        </pc:spChg>
        <pc:spChg chg="mod">
          <ac:chgData name="A Suresh" userId="04a47b5c-286d-4451-a903-e2334e9230bd" providerId="ADAL" clId="{9C3AFDC1-1C3F-4934-836B-818A779DDE8C}" dt="2026-03-14T11:18:37.582" v="2225" actId="1036"/>
          <ac:spMkLst>
            <pc:docMk/>
            <pc:sldMk cId="4154210697" sldId="256"/>
            <ac:spMk id="3" creationId="{9030BD2D-7BD0-97FF-A197-EDE8403755D4}"/>
          </ac:spMkLst>
        </pc:spChg>
        <pc:spChg chg="mod">
          <ac:chgData name="A Suresh" userId="04a47b5c-286d-4451-a903-e2334e9230bd" providerId="ADAL" clId="{9C3AFDC1-1C3F-4934-836B-818A779DDE8C}" dt="2026-03-14T11:14:53.425" v="2138" actId="1036"/>
          <ac:spMkLst>
            <pc:docMk/>
            <pc:sldMk cId="4154210697" sldId="256"/>
            <ac:spMk id="4" creationId="{53642531-D6A5-E47D-1A6E-1BFFB23FAC0F}"/>
          </ac:spMkLst>
        </pc:spChg>
        <pc:spChg chg="add mod">
          <ac:chgData name="A Suresh" userId="04a47b5c-286d-4451-a903-e2334e9230bd" providerId="ADAL" clId="{9C3AFDC1-1C3F-4934-836B-818A779DDE8C}" dt="2026-03-14T11:18:34.840" v="2222" actId="1035"/>
          <ac:spMkLst>
            <pc:docMk/>
            <pc:sldMk cId="4154210697" sldId="256"/>
            <ac:spMk id="12" creationId="{EB42EF38-B32C-3A15-0A62-11E8B2E8CA1D}"/>
          </ac:spMkLst>
        </pc:spChg>
        <pc:picChg chg="mod">
          <ac:chgData name="A Suresh" userId="04a47b5c-286d-4451-a903-e2334e9230bd" providerId="ADAL" clId="{9C3AFDC1-1C3F-4934-836B-818A779DDE8C}" dt="2026-03-14T11:14:58.473" v="2139" actId="14100"/>
          <ac:picMkLst>
            <pc:docMk/>
            <pc:sldMk cId="4154210697" sldId="256"/>
            <ac:picMk id="5" creationId="{819DB671-28EA-4730-957C-4AE6EEB24BC2}"/>
          </ac:picMkLst>
        </pc:picChg>
        <pc:picChg chg="mod">
          <ac:chgData name="A Suresh" userId="04a47b5c-286d-4451-a903-e2334e9230bd" providerId="ADAL" clId="{9C3AFDC1-1C3F-4934-836B-818A779DDE8C}" dt="2026-03-14T11:15:02.889" v="2140" actId="14100"/>
          <ac:picMkLst>
            <pc:docMk/>
            <pc:sldMk cId="4154210697" sldId="256"/>
            <ac:picMk id="6" creationId="{225D9E70-0162-C262-B1C5-ED34F8DA9FA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50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833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317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920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660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077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35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67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752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901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56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7761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225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511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076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080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533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AB5ADCD-591A-4E1B-92AB-82E3E8FAEA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1316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642531-D6A5-E47D-1A6E-1BFFB23FAC0F}"/>
              </a:ext>
            </a:extLst>
          </p:cNvPr>
          <p:cNvSpPr txBox="1"/>
          <p:nvPr/>
        </p:nvSpPr>
        <p:spPr>
          <a:xfrm>
            <a:off x="2913625" y="130767"/>
            <a:ext cx="6227987" cy="144655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</a:rPr>
              <a:t>year() | month()</a:t>
            </a:r>
          </a:p>
          <a:p>
            <a:r>
              <a:rPr lang="en-US" sz="4400" b="1" dirty="0">
                <a:solidFill>
                  <a:srgbClr val="0070C0"/>
                </a:solidFill>
              </a:rPr>
              <a:t>day() | dayofmonth()</a:t>
            </a:r>
            <a:endParaRPr lang="en-IN" sz="4400" b="1" dirty="0">
              <a:solidFill>
                <a:srgbClr val="0070C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95BF69-44AF-8B98-AD6A-68007D68C931}"/>
              </a:ext>
            </a:extLst>
          </p:cNvPr>
          <p:cNvSpPr txBox="1"/>
          <p:nvPr/>
        </p:nvSpPr>
        <p:spPr>
          <a:xfrm>
            <a:off x="255639" y="1850014"/>
            <a:ext cx="11700387" cy="193899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70C0"/>
                </a:solidFill>
              </a:rPr>
              <a:t>How to extract </a:t>
            </a:r>
            <a:r>
              <a:rPr lang="en-US" sz="6000" b="1" dirty="0">
                <a:solidFill>
                  <a:srgbClr val="FF0000"/>
                </a:solidFill>
              </a:rPr>
              <a:t>year(), month(), day()</a:t>
            </a:r>
            <a:r>
              <a:rPr lang="en-US" sz="6000" b="1" dirty="0">
                <a:solidFill>
                  <a:srgbClr val="0070C0"/>
                </a:solidFill>
              </a:rPr>
              <a:t> from a </a:t>
            </a:r>
            <a:r>
              <a:rPr lang="en-US" sz="6000" b="1" dirty="0">
                <a:solidFill>
                  <a:srgbClr val="FF0000"/>
                </a:solidFill>
              </a:rPr>
              <a:t>date</a:t>
            </a:r>
            <a:r>
              <a:rPr lang="en-US" sz="6000" b="1" dirty="0">
                <a:solidFill>
                  <a:srgbClr val="0070C0"/>
                </a:solidFill>
              </a:rPr>
              <a:t> column?</a:t>
            </a:r>
            <a:endParaRPr lang="en-US" sz="60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30BD2D-7BD0-97FF-A197-EDE8403755D4}"/>
              </a:ext>
            </a:extLst>
          </p:cNvPr>
          <p:cNvSpPr txBox="1"/>
          <p:nvPr/>
        </p:nvSpPr>
        <p:spPr>
          <a:xfrm>
            <a:off x="4374418" y="6094030"/>
            <a:ext cx="3839513" cy="707886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Date Functions</a:t>
            </a:r>
            <a:endParaRPr lang="en-IN" sz="4000" b="1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9DB671-28EA-4730-957C-4AE6EEB24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8" y="46147"/>
            <a:ext cx="2583182" cy="1507350"/>
          </a:xfrm>
          <a:prstGeom prst="rect">
            <a:avLst/>
          </a:prstGeom>
          <a:ln w="15875">
            <a:solidFill>
              <a:schemeClr val="bg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5D9E70-0162-C262-B1C5-ED34F8DA9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7626" y="29497"/>
            <a:ext cx="2635045" cy="15161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B42EF38-B32C-3A15-0A62-11E8B2E8CA1D}"/>
              </a:ext>
            </a:extLst>
          </p:cNvPr>
          <p:cNvSpPr txBox="1"/>
          <p:nvPr/>
        </p:nvSpPr>
        <p:spPr>
          <a:xfrm>
            <a:off x="275304" y="3959634"/>
            <a:ext cx="8721211" cy="20581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200" b="1" dirty="0">
                <a:solidFill>
                  <a:srgbClr val="0070C0"/>
                </a:solidFill>
              </a:rPr>
              <a:t>How to Extract Year, Month, Day from a Date Column?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200" b="1" dirty="0">
                <a:solidFill>
                  <a:srgbClr val="0070C0"/>
                </a:solidFill>
              </a:rPr>
              <a:t>How to Create a New Date Column Using Year, Month, Day?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200" b="1" dirty="0">
                <a:solidFill>
                  <a:srgbClr val="0070C0"/>
                </a:solidFill>
              </a:rPr>
              <a:t>How to Group Data Using Year, Month, Day?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200" b="1" dirty="0">
                <a:solidFill>
                  <a:srgbClr val="0070C0"/>
                </a:solidFill>
              </a:rPr>
              <a:t>How to Group by Full Date?</a:t>
            </a:r>
          </a:p>
        </p:txBody>
      </p:sp>
    </p:spTree>
    <p:extLst>
      <p:ext uri="{BB962C8B-B14F-4D97-AF65-F5344CB8AC3E}">
        <p14:creationId xmlns:p14="http://schemas.microsoft.com/office/powerpoint/2010/main" val="41542106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232</TotalTime>
  <Words>71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Century Gothic</vt:lpstr>
      <vt:lpstr>Wingdings 3</vt:lpstr>
      <vt:lpstr>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SURESH</dc:creator>
  <cp:lastModifiedBy>A Suresh</cp:lastModifiedBy>
  <cp:revision>19</cp:revision>
  <dcterms:created xsi:type="dcterms:W3CDTF">2024-08-03T17:32:44Z</dcterms:created>
  <dcterms:modified xsi:type="dcterms:W3CDTF">2026-03-14T11:19:02Z</dcterms:modified>
</cp:coreProperties>
</file>