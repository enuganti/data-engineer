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43CBE-9BE4-7ACB-0DC3-A71C97CDC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29C5F-2F77-0D10-325E-4661FBCF2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CB171-A29D-E6DB-7DAD-387B921A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10D58-1179-F9A3-3945-A9C5D016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3D784-42D2-651F-3161-5C8F7F56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6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3B1D1-D02D-78D8-2496-E68D93A7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911D-28C3-5183-9E7B-24AA7327D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0EBDE-6DD2-8B44-FE19-C8DFCB3C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7601-5103-1994-6B83-4935B36F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74292-E3B6-AA90-122B-F16D208C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3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E4AB-EC45-CFD7-7F4C-64E5A8454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D3000-894F-F1E0-27E6-69A563EE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4A21E-B2EE-6A9F-9D25-A1733E4B7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4B20B-0E20-0DE6-6B8A-85486B05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3ACD2-F520-5CB4-B2EE-F6795837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70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D47E-3EB1-9E2A-EF9A-AE059542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E807A-2E63-7BBF-5947-7E81B8291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28E44-2B7D-DFC0-ECBD-63AF7822F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9A036-5B44-4DF2-09FB-0A955CC0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2FA9A-3C85-941C-859F-57E5AFBAF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61AB2-C6F5-7773-C2E4-1EF16AE7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4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1A40-0293-0DD6-329C-2B636F236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0D72B-C394-E77B-B616-2B0251FCF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EC623-42F7-2180-07FD-4590D8605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4DE006-2DCF-DFB6-E280-43A69BDEA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F36D1-8E11-CA8A-F94B-6B6A54A91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61CB1-9986-FB18-ACDB-E61B2438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2D835-35F1-CFB2-F3E8-C6B2FEFA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6FCA7-C79B-E9E8-91D6-72B9649D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6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4294-8339-2C7E-B85D-CB01A71C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62189-26FA-AD47-CAAF-13514CFF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A69982-6749-E40A-50F6-B6862306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DE74-27E5-4A4F-9B4B-B5F5E0DEB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7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8E36F-F40D-0BF8-B321-B684A13A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2117B-F054-F860-FE0E-12160D0A5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AA2C3-0AAB-5C4C-DDD4-4C5EBAAD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63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8CD9-B1B0-3C94-B69E-4D220E0E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34B26-153F-CEE7-67FE-C12B5E6C3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F2D45-6948-B64F-CF55-07D2DFE72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B94DF-9D50-76B3-145B-C2F0D46C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48D88-6821-F81F-FEBB-DF5B97AA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23BD1-FF3E-BA7D-D0C4-46AE7C0A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5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E93B-3766-6A9C-9555-7C7602DB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5253BD-CA7B-55FA-3E0A-8DDAD291B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1EFC6-3720-C435-E54A-9EBB68596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9F187-6991-A57B-BFB2-4DCD47B6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2DAD2-11B6-48D3-55D4-63BE6791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8A57A-DA53-BF22-EA8C-C5E68D66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2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282F-25CA-8BB6-C79B-6921C310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99B71-B2C5-5977-EF5A-607BE9C31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91B29-A89A-6D22-EE04-56ACB2DE1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17484-4A23-1EAA-86F1-413B434A5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D9535-F938-5711-F3BF-952DCC2A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7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D98A1-F312-EF6B-F781-5D6FDA31D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51C5F-D2CF-4225-3F77-49CAA9816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E18F-677F-100D-6D32-01381B91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54DC8-E13A-D2C2-CDB6-E6E2C7D5B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B177-33E3-D43F-D8A2-9F472488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C244F-A2D4-96AD-A141-E20ACE0EA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E2DC7-786C-5CD6-9598-809442C39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A27D8-31E5-A03C-76DC-ABCD99941C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10872-783C-43D9-922D-0AE4A76D876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82B03-F54D-4AD6-4A51-E438242DF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10DD1-119A-BD59-FD51-2DC0379C3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F5C6D-EABF-4052-BC72-417302576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7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5E837A-9DA4-5477-8044-EFE71FDC6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56" y="135772"/>
            <a:ext cx="5231184" cy="3614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9E4E9E-1F57-BDC5-C68F-65DAEDA9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312" y="737161"/>
            <a:ext cx="4191215" cy="28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76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DA4CBF-7EC4-55F3-36E7-E1402C956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84" y="114130"/>
            <a:ext cx="7543916" cy="553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66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5CAF6-7A7C-3796-76F1-5A2340B7EF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7" t="2149" r="16276" b="16354"/>
          <a:stretch/>
        </p:blipFill>
        <p:spPr>
          <a:xfrm>
            <a:off x="325120" y="274320"/>
            <a:ext cx="6258560" cy="468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7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BD76CE-8EB9-6560-705F-11899D094F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09"/>
          <a:stretch/>
        </p:blipFill>
        <p:spPr>
          <a:xfrm>
            <a:off x="181490" y="131353"/>
            <a:ext cx="6534269" cy="427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1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602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Anuganti, Suresh SBOBNG-PTIY/TAD</dc:creator>
  <cp:lastModifiedBy>Anuganti, Suresh SBOBNG-PTIY/TAD</cp:lastModifiedBy>
  <cp:revision>3</cp:revision>
  <dcterms:created xsi:type="dcterms:W3CDTF">2024-09-20T04:58:49Z</dcterms:created>
  <dcterms:modified xsi:type="dcterms:W3CDTF">2024-09-20T05:05:47Z</dcterms:modified>
</cp:coreProperties>
</file>