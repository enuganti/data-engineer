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28FBB-AECB-4327-91A2-C13DD6B5AE4A}" v="5" dt="2026-04-25T09:46:12.394"/>
    <p1510:client id="{408B0889-B079-4D98-9F40-DC8A8C934087}" v="6" dt="2026-04-25T11:15:38.662"/>
    <p1510:client id="{D104E7DC-FE8F-44AE-BEB9-4BB29C74DC45}" v="15" dt="2026-04-25T10:32:56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undo redo custSel modSld">
      <pc:chgData name="A Suresh" userId="04a47b5c-286d-4451-a903-e2334e9230bd" providerId="ADAL" clId="{9C3AFDC1-1C3F-4934-836B-818A779DDE8C}" dt="2026-04-25T11:16:00.164" v="1368" actId="1076"/>
      <pc:docMkLst>
        <pc:docMk/>
      </pc:docMkLst>
      <pc:sldChg chg="addSp delSp modSp mod setBg delDesignElem">
        <pc:chgData name="A Suresh" userId="04a47b5c-286d-4451-a903-e2334e9230bd" providerId="ADAL" clId="{9C3AFDC1-1C3F-4934-836B-818A779DDE8C}" dt="2026-04-25T11:16:00.164" v="1368" actId="1076"/>
        <pc:sldMkLst>
          <pc:docMk/>
          <pc:sldMk cId="4154210697" sldId="256"/>
        </pc:sldMkLst>
        <pc:spChg chg="add mod ord">
          <ac:chgData name="A Suresh" userId="04a47b5c-286d-4451-a903-e2334e9230bd" providerId="ADAL" clId="{9C3AFDC1-1C3F-4934-836B-818A779DDE8C}" dt="2026-04-25T11:13:41.604" v="1324" actId="1076"/>
          <ac:spMkLst>
            <pc:docMk/>
            <pc:sldMk cId="4154210697" sldId="256"/>
            <ac:spMk id="2" creationId="{7E95BF69-44AF-8B98-AD6A-68007D68C931}"/>
          </ac:spMkLst>
        </pc:spChg>
        <pc:spChg chg="add mod">
          <ac:chgData name="A Suresh" userId="04a47b5c-286d-4451-a903-e2334e9230bd" providerId="ADAL" clId="{9C3AFDC1-1C3F-4934-836B-818A779DDE8C}" dt="2026-04-25T11:16:00.164" v="1368" actId="1076"/>
          <ac:spMkLst>
            <pc:docMk/>
            <pc:sldMk cId="4154210697" sldId="256"/>
            <ac:spMk id="3" creationId="{820E4651-C35B-778B-D860-5121931C8A86}"/>
          </ac:spMkLst>
        </pc:spChg>
        <pc:spChg chg="add del mod">
          <ac:chgData name="A Suresh" userId="04a47b5c-286d-4451-a903-e2334e9230bd" providerId="ADAL" clId="{9C3AFDC1-1C3F-4934-836B-818A779DDE8C}" dt="2026-04-25T10:31:57.614" v="1221" actId="478"/>
          <ac:spMkLst>
            <pc:docMk/>
            <pc:sldMk cId="4154210697" sldId="256"/>
            <ac:spMk id="4" creationId="{9358BFBA-DBCA-6CD0-947E-CD986DE3229F}"/>
          </ac:spMkLst>
        </pc:spChg>
        <pc:spChg chg="add del mod">
          <ac:chgData name="A Suresh" userId="04a47b5c-286d-4451-a903-e2334e9230bd" providerId="ADAL" clId="{9C3AFDC1-1C3F-4934-836B-818A779DDE8C}" dt="2026-04-25T10:35:30.272" v="1268" actId="478"/>
          <ac:spMkLst>
            <pc:docMk/>
            <pc:sldMk cId="4154210697" sldId="256"/>
            <ac:spMk id="7" creationId="{423391F2-340B-BDD9-5CA0-36654F37F364}"/>
          </ac:spMkLst>
        </pc:spChg>
        <pc:picChg chg="mod">
          <ac:chgData name="A Suresh" userId="04a47b5c-286d-4451-a903-e2334e9230bd" providerId="ADAL" clId="{9C3AFDC1-1C3F-4934-836B-818A779DDE8C}" dt="2026-04-25T10:35:37.209" v="1269" actId="14100"/>
          <ac:picMkLst>
            <pc:docMk/>
            <pc:sldMk cId="4154210697" sldId="256"/>
            <ac:picMk id="5" creationId="{819DB671-28EA-4730-957C-4AE6EEB24BC2}"/>
          </ac:picMkLst>
        </pc:picChg>
        <pc:picChg chg="mod">
          <ac:chgData name="A Suresh" userId="04a47b5c-286d-4451-a903-e2334e9230bd" providerId="ADAL" clId="{9C3AFDC1-1C3F-4934-836B-818A779DDE8C}" dt="2026-04-25T11:13:49.900" v="1336" actId="1036"/>
          <ac:picMkLst>
            <pc:docMk/>
            <pc:sldMk cId="4154210697" sldId="256"/>
            <ac:picMk id="6" creationId="{225D9E70-0162-C262-B1C5-ED34F8DA9F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3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1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2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7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5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7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0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6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25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1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7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8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3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B5ADCD-591A-4E1B-92AB-82E3E8FAEA87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31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9DB671-28EA-4730-957C-4AE6EEB2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5" y="88636"/>
            <a:ext cx="3211456" cy="1873962"/>
          </a:xfrm>
          <a:prstGeom prst="rect">
            <a:avLst/>
          </a:prstGeom>
          <a:ln w="15875"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5D9E70-0162-C262-B1C5-ED34F8DA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614" y="4727254"/>
            <a:ext cx="3589738" cy="20654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95BF69-44AF-8B98-AD6A-68007D68C931}"/>
              </a:ext>
            </a:extLst>
          </p:cNvPr>
          <p:cNvSpPr txBox="1"/>
          <p:nvPr/>
        </p:nvSpPr>
        <p:spPr>
          <a:xfrm>
            <a:off x="195942" y="2274199"/>
            <a:ext cx="11680372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</a:rPr>
              <a:t>How to groupBy an Empty DataFrame?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E4651-C35B-778B-D860-5121931C8A86}"/>
              </a:ext>
            </a:extLst>
          </p:cNvPr>
          <p:cNvSpPr/>
          <p:nvPr/>
        </p:nvSpPr>
        <p:spPr>
          <a:xfrm>
            <a:off x="3755571" y="457200"/>
            <a:ext cx="7304313" cy="116477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rgbClr val="FFFF00"/>
                </a:solidFill>
              </a:rPr>
              <a:t>groupBy() | agg()</a:t>
            </a:r>
          </a:p>
        </p:txBody>
      </p:sp>
    </p:spTree>
    <p:extLst>
      <p:ext uri="{BB962C8B-B14F-4D97-AF65-F5344CB8AC3E}">
        <p14:creationId xmlns:p14="http://schemas.microsoft.com/office/powerpoint/2010/main" val="41542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207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A Suresh</cp:lastModifiedBy>
  <cp:revision>19</cp:revision>
  <dcterms:created xsi:type="dcterms:W3CDTF">2024-08-03T17:32:44Z</dcterms:created>
  <dcterms:modified xsi:type="dcterms:W3CDTF">2026-04-25T11:16:02Z</dcterms:modified>
</cp:coreProperties>
</file>